
<file path=[Content_Types].xml><?xml version="1.0" encoding="utf-8"?>
<Types xmlns="http://schemas.openxmlformats.org/package/2006/content-types">
  <Default Extension="png" ContentType="image/png"/>
  <Default Extension="rels" ContentType="application/vnd.openxmlformats-package.relationships+xml"/>
  <Default Extension="xml" ContentType="application/xml"/>
  <Override PartName="/docProps/core.xml" ContentType="application/vnd.openxmlformats-package.core-properties+xml"/>
  <Override PartName="/docProps/custom.xml" ContentType="application/vnd.openxmlformats-officedocument.custom-properties+xml"/>
  <Override PartName="/ppt/metadata" ContentType="application/binary"/>
  <Override PartName="/ppt/notesMasters/notesMaster1.xml" ContentType="application/vnd.openxmlformats-officedocument.presentationml.notesMaster+xml"/>
  <Override PartName="/ppt/notesSlides/notesSlide1.xml" ContentType="application/vnd.openxmlformats-officedocument.presentationml.notesSlide+xml"/>
  <Override PartName="/ppt/notesSlides/notesSlide10.xml" ContentType="application/vnd.openxmlformats-officedocument.presentationml.notesSlide+xml"/>
  <Override PartName="/ppt/notesSlides/notesSlide11.xml" ContentType="application/vnd.openxmlformats-officedocument.presentationml.notesSlide+xml"/>
  <Override PartName="/ppt/notesSlides/notesSlide12.xml" ContentType="application/vnd.openxmlformats-officedocument.presentationml.notesSlide+xml"/>
  <Override PartName="/ppt/notesSlides/notesSlide2.xml" ContentType="application/vnd.openxmlformats-officedocument.presentationml.notesSlide+xml"/>
  <Override PartName="/ppt/notesSlides/notesSlide3.xml" ContentType="application/vnd.openxmlformats-officedocument.presentationml.notesSlide+xml"/>
  <Override PartName="/ppt/notesSlides/notesSlide4.xml" ContentType="application/vnd.openxmlformats-officedocument.presentationml.notesSlide+xml"/>
  <Override PartName="/ppt/notesSlides/notesSlide5.xml" ContentType="application/vnd.openxmlformats-officedocument.presentationml.notesSlide+xml"/>
  <Override PartName="/ppt/notesSlides/notesSlide6.xml" ContentType="application/vnd.openxmlformats-officedocument.presentationml.notesSlide+xml"/>
  <Override PartName="/ppt/notesSlides/notesSlide7.xml" ContentType="application/vnd.openxmlformats-officedocument.presentationml.notesSlide+xml"/>
  <Override PartName="/ppt/notesSlides/notesSlide8.xml" ContentType="application/vnd.openxmlformats-officedocument.presentationml.notesSlide+xml"/>
  <Override PartName="/ppt/notesSlides/notesSlide9.xml" ContentType="application/vnd.openxmlformats-officedocument.presentationml.notesSlide+xml"/>
  <Override PartName="/ppt/presProps.xml" ContentType="application/vnd.openxmlformats-officedocument.presentationml.presProps+xml"/>
  <Override PartName="/ppt/presentation.xml" ContentType="application/vnd.openxmlformats-officedocument.presentationml.presentation.main+xml"/>
  <Override PartName="/ppt/slideLayouts/slideLayout1.xml" ContentType="application/vnd.openxmlformats-officedocument.presentationml.slideLayout+xml"/>
  <Override PartName="/ppt/slideLayouts/slideLayout10.xml" ContentType="application/vnd.openxmlformats-officedocument.presentationml.slideLayout+xml"/>
  <Override PartName="/ppt/slideLayouts/slideLayout11.xml" ContentType="application/vnd.openxmlformats-officedocument.presentationml.slideLayout+xml"/>
  <Override PartName="/ppt/slideLayouts/slideLayout12.xml" ContentType="application/vnd.openxmlformats-officedocument.presentationml.slideLayout+xml"/>
  <Override PartName="/ppt/slideLayouts/slideLayout2.xml" ContentType="application/vnd.openxmlformats-officedocument.presentationml.slideLayout+xml"/>
  <Override PartName="/ppt/slideLayouts/slideLayout3.xml" ContentType="application/vnd.openxmlformats-officedocument.presentationml.slideLayout+xml"/>
  <Override PartName="/ppt/slideLayouts/slideLayout4.xml" ContentType="application/vnd.openxmlformats-officedocument.presentationml.slideLayout+xml"/>
  <Override PartName="/ppt/slideLayouts/slideLayout5.xml" ContentType="application/vnd.openxmlformats-officedocument.presentationml.slideLayout+xml"/>
  <Override PartName="/ppt/slideLayouts/slideLayout6.xml" ContentType="application/vnd.openxmlformats-officedocument.presentationml.slideLayout+xml"/>
  <Override PartName="/ppt/slideLayouts/slideLayout7.xml" ContentType="application/vnd.openxmlformats-officedocument.presentationml.slideLayout+xml"/>
  <Override PartName="/ppt/slideLayouts/slideLayout8.xml" ContentType="application/vnd.openxmlformats-officedocument.presentationml.slideLayout+xml"/>
  <Override PartName="/ppt/slideLayouts/slideLayout9.xml" ContentType="application/vnd.openxmlformats-officedocument.presentationml.slideLayout+xml"/>
  <Override PartName="/ppt/slideMasters/slideMaster1.xml" ContentType="application/vnd.openxmlformats-officedocument.presentationml.slideMaster+xml"/>
  <Override PartName="/ppt/slides/slide1.xml" ContentType="application/vnd.openxmlformats-officedocument.presentationml.slide+xml"/>
  <Override PartName="/ppt/slides/slide10.xml" ContentType="application/vnd.openxmlformats-officedocument.presentationml.slide+xml"/>
  <Override PartName="/ppt/slides/slide11.xml" ContentType="application/vnd.openxmlformats-officedocument.presentationml.slide+xml"/>
  <Override PartName="/ppt/slides/slide12.xml" ContentType="application/vnd.openxmlformats-officedocument.presentationml.slide+xml"/>
  <Override PartName="/ppt/slides/slide2.xml" ContentType="application/vnd.openxmlformats-officedocument.presentationml.slide+xml"/>
  <Override PartName="/ppt/slides/slide3.xml" ContentType="application/vnd.openxmlformats-officedocument.presentationml.slide+xml"/>
  <Override PartName="/ppt/slides/slide4.xml" ContentType="application/vnd.openxmlformats-officedocument.presentationml.slide+xml"/>
  <Override PartName="/ppt/slides/slide5.xml" ContentType="application/vnd.openxmlformats-officedocument.presentationml.slide+xml"/>
  <Override PartName="/ppt/slides/slide6.xml" ContentType="application/vnd.openxmlformats-officedocument.presentationml.slide+xml"/>
  <Override PartName="/ppt/slides/slide7.xml" ContentType="application/vnd.openxmlformats-officedocument.presentationml.slide+xml"/>
  <Override PartName="/ppt/slides/slide8.xml" ContentType="application/vnd.openxmlformats-officedocument.presentationml.slide+xml"/>
  <Override PartName="/ppt/slides/slide9.xml" ContentType="application/vnd.openxmlformats-officedocument.presentationml.slide+xml"/>
  <Override PartName="/ppt/theme/theme1.xml" ContentType="application/vnd.openxmlformats-officedocument.theme+xml"/>
  <Override PartName="/ppt/theme/theme2.xml" ContentType="application/vnd.openxmlformats-officedocument.theme+xml"/>
</Types>
</file>

<file path=_rels/.rels><?xml version='1.0' encoding='UTF-8' standalone='yes'?>
<Relationships xmlns="http://schemas.openxmlformats.org/package/2006/relationships"><Relationship Id="rId1" Type="http://schemas.openxmlformats.org/officeDocument/2006/relationships/custom-properties" Target="docProps/custom.xml"/><Relationship Id="rId2" Type="http://schemas.openxmlformats.org/package/2006/relationships/metadata/core-properties" Target="docProps/core.xml"/><Relationship Id="rId3" Type="http://schemas.openxmlformats.org/officeDocument/2006/relationships/officeDocument" Target="ppt/presentation.xml"/></Relationships>
</file>

<file path=ppt/presentation.xml><?xml version="1.0" encoding="utf-8"?>
<p:presentation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autoCompressPictures="0" strictFirstAndLastChars="0" saveSubsetFonts="1">
  <p:sldMasterIdLst>
    <p:sldMasterId id="2147483648" r:id="rId3"/>
  </p:sldMasterIdLst>
  <p:notesMasterIdLst>
    <p:notesMasterId r:id="rId4"/>
  </p:notesMasterIdLst>
  <p:sldIdLst>
    <p:sldId id="256" r:id="rId5"/>
    <p:sldId id="257" r:id="rId6"/>
    <p:sldId id="258" r:id="rId7"/>
    <p:sldId id="259" r:id="rId8"/>
    <p:sldId id="260" r:id="rId9"/>
    <p:sldId id="261" r:id="rId10"/>
    <p:sldId id="262" r:id="rId11"/>
    <p:sldId id="263" r:id="rId12"/>
    <p:sldId id="264" r:id="rId13"/>
    <p:sldId id="265" r:id="rId14"/>
    <p:sldId id="266" r:id="rId15"/>
    <p:sldId id="267" r:id="rId16"/>
  </p:sldIdLst>
  <p:sldSz cy="6858000" cx="12192000"/>
  <p:notesSz cx="6858000" cy="9144000"/>
  <p:defaultTextStyle>
    <a:defPPr lvl="0" marR="0" rtl="0" algn="l">
      <a:lnSpc>
        <a:spcPct val="100000"/>
      </a:lnSpc>
      <a:spcBef>
        <a:spcPts val="0"/>
      </a:spcBef>
      <a:spcAft>
        <a:spcPts val="0"/>
      </a:spcAft>
    </a:defPPr>
    <a:lvl1pPr lvl="0" marR="0" rtl="0" algn="l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b="0" i="0" spc="0" sz="1400" u="none" cap="none" strike="noStrike">
        <a:solidFill>
          <a:srgbClr val="000000"/>
        </a:solidFill>
        <a:latin typeface="Arial"/>
        <a:ea typeface="Arial"/>
        <a:cs typeface="Arial"/>
        <a:sym typeface="Arial"/>
      </a:defRPr>
    </a:lvl1pPr>
    <a:lvl2pPr lvl="1" marR="0" rtl="0" algn="l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b="0" i="0" spc="0" sz="1400" u="none" cap="none" strike="noStrike">
        <a:solidFill>
          <a:srgbClr val="000000"/>
        </a:solidFill>
        <a:latin typeface="Arial"/>
        <a:ea typeface="Arial"/>
        <a:cs typeface="Arial"/>
        <a:sym typeface="Arial"/>
      </a:defRPr>
    </a:lvl2pPr>
    <a:lvl3pPr lvl="2" marR="0" rtl="0" algn="l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b="0" i="0" spc="0" sz="1400" u="none" cap="none" strike="noStrike">
        <a:solidFill>
          <a:srgbClr val="000000"/>
        </a:solidFill>
        <a:latin typeface="Arial"/>
        <a:ea typeface="Arial"/>
        <a:cs typeface="Arial"/>
        <a:sym typeface="Arial"/>
      </a:defRPr>
    </a:lvl3pPr>
    <a:lvl4pPr lvl="3" marR="0" rtl="0" algn="l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b="0" i="0" spc="0" sz="1400" u="none" cap="none" strike="noStrike">
        <a:solidFill>
          <a:srgbClr val="000000"/>
        </a:solidFill>
        <a:latin typeface="Arial"/>
        <a:ea typeface="Arial"/>
        <a:cs typeface="Arial"/>
        <a:sym typeface="Arial"/>
      </a:defRPr>
    </a:lvl4pPr>
    <a:lvl5pPr lvl="4" marR="0" rtl="0" algn="l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b="0" i="0" spc="0" sz="1400" u="none" cap="none" strike="noStrike">
        <a:solidFill>
          <a:srgbClr val="000000"/>
        </a:solidFill>
        <a:latin typeface="Arial"/>
        <a:ea typeface="Arial"/>
        <a:cs typeface="Arial"/>
        <a:sym typeface="Arial"/>
      </a:defRPr>
    </a:lvl5pPr>
    <a:lvl6pPr lvl="5" marR="0" rtl="0" algn="l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b="0" i="0" spc="0" sz="1400" u="none" cap="none" strike="noStrike">
        <a:solidFill>
          <a:srgbClr val="000000"/>
        </a:solidFill>
        <a:latin typeface="Arial"/>
        <a:ea typeface="Arial"/>
        <a:cs typeface="Arial"/>
        <a:sym typeface="Arial"/>
      </a:defRPr>
    </a:lvl6pPr>
    <a:lvl7pPr lvl="6" marR="0" rtl="0" algn="l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b="0" i="0" spc="0" sz="1400" u="none" cap="none" strike="noStrike">
        <a:solidFill>
          <a:srgbClr val="000000"/>
        </a:solidFill>
        <a:latin typeface="Arial"/>
        <a:ea typeface="Arial"/>
        <a:cs typeface="Arial"/>
        <a:sym typeface="Arial"/>
      </a:defRPr>
    </a:lvl7pPr>
    <a:lvl8pPr lvl="7" marR="0" rtl="0" algn="l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b="0" i="0" spc="0" sz="1400" u="none" cap="none" strike="noStrike">
        <a:solidFill>
          <a:srgbClr val="000000"/>
        </a:solidFill>
        <a:latin typeface="Arial"/>
        <a:ea typeface="Arial"/>
        <a:cs typeface="Arial"/>
        <a:sym typeface="Arial"/>
      </a:defRPr>
    </a:lvl8pPr>
    <a:lvl9pPr lvl="8" marR="0" rtl="0" algn="l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b="0" i="0" spc="0" sz="1400" u="none" cap="none" strike="noStrike">
        <a:solidFill>
          <a:srgbClr val="000000"/>
        </a:solidFill>
        <a:latin typeface="Arial"/>
        <a:ea typeface="Arial"/>
        <a:cs typeface="Arial"/>
        <a:sym typeface="Arial"/>
      </a:defRPr>
    </a:lvl9pPr>
  </p:defaultTextStyle>
  <p:extLst>
    <p:ext uri="GoogleSlidesCustomDataVersion2">
      <go:slidesCustomData xmlns:go="http://customooxmlschemas.google.com/" r:id="rId17" roundtripDataSignature="AMtx7mgQuomGbdS/wh2yqkB/K4YAZ70YAw=="/>
    </p:ext>
  </p:extLst>
</p:presentation>
</file>

<file path=ppt/presProps.xml><?xml version="1.0" encoding="utf-8"?>
<p:presentationPr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/>
</file>

<file path=ppt/_rels/presentation.xml.rels><?xml version='1.0' encoding='UTF-8' standalone='yes'?>
<Relationships xmlns="http://schemas.openxmlformats.org/package/2006/relationships"><Relationship Id="rId1" Type="http://schemas.openxmlformats.org/officeDocument/2006/relationships/theme" Target="theme/theme1.xml"/><Relationship Id="rId2" Type="http://schemas.openxmlformats.org/officeDocument/2006/relationships/presProps" Target="presProps.xml"/><Relationship Id="rId3" Type="http://schemas.openxmlformats.org/officeDocument/2006/relationships/slideMaster" Target="slideMasters/slideMaster1.xml"/><Relationship Id="rId4" Type="http://schemas.openxmlformats.org/officeDocument/2006/relationships/notesMaster" Target="notesMasters/notesMaster1.xml"/><Relationship Id="rId5" Type="http://schemas.openxmlformats.org/officeDocument/2006/relationships/slide" Target="slides/slide1.xml"/><Relationship Id="rId6" Type="http://schemas.openxmlformats.org/officeDocument/2006/relationships/slide" Target="slides/slide2.xml"/><Relationship Id="rId7" Type="http://schemas.openxmlformats.org/officeDocument/2006/relationships/slide" Target="slides/slide3.xml"/><Relationship Id="rId8" Type="http://schemas.openxmlformats.org/officeDocument/2006/relationships/slide" Target="slides/slide4.xml"/><Relationship Id="rId9" Type="http://schemas.openxmlformats.org/officeDocument/2006/relationships/slide" Target="slides/slide5.xml"/><Relationship Id="rId10" Type="http://schemas.openxmlformats.org/officeDocument/2006/relationships/slide" Target="slides/slide6.xml"/><Relationship Id="rId11" Type="http://schemas.openxmlformats.org/officeDocument/2006/relationships/slide" Target="slides/slide7.xml"/><Relationship Id="rId12" Type="http://schemas.openxmlformats.org/officeDocument/2006/relationships/slide" Target="slides/slide8.xml"/><Relationship Id="rId13" Type="http://schemas.openxmlformats.org/officeDocument/2006/relationships/slide" Target="slides/slide9.xml"/><Relationship Id="rId14" Type="http://schemas.openxmlformats.org/officeDocument/2006/relationships/slide" Target="slides/slide10.xml"/><Relationship Id="rId15" Type="http://schemas.openxmlformats.org/officeDocument/2006/relationships/slide" Target="slides/slide11.xml"/><Relationship Id="rId16" Type="http://schemas.openxmlformats.org/officeDocument/2006/relationships/slide" Target="slides/slide12.xml"/><Relationship Id="rId17" Type="http://customschemas.google.com/relationships/presentationmetadata" Target="metadata"/></Relationships>
</file>

<file path=ppt/notesMasters/_rels/notesMaster1.xml.rels><?xml version='1.0' encoding='UTF-8' standalone='yes'?>
<Relationships xmlns="http://schemas.openxmlformats.org/package/2006/relationships"><Relationship Id="rId1" Type="http://schemas.openxmlformats.org/officeDocument/2006/relationships/theme" Target="../theme/theme2.xml"/></Relationships>
</file>

<file path=ppt/notesMasters/notesMaster1.xml><?xml version="1.0" encoding="utf-8"?>
<p:notesMaster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>
  <p:cSld>
    <p:bg>
      <p:bgPr>
        <a:solidFill>
          <a:schemeClr val="lt1"/>
        </a:solidFill>
      </p:bgPr>
    </p:bg>
    <p:spTree>
      <p:nvGrpSpPr>
        <p:cNvPr id="2" name="Shape 2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" name="Google Shape;3;n"/>
          <p:cNvSpPr txBox="1"/>
          <p:nvPr>
            <p:ph idx="2" type="hdr"/>
          </p:nvPr>
        </p:nvSpPr>
        <p:spPr>
          <a:xfrm>
            <a:off x="0" y="0"/>
            <a:ext cx="2971800" cy="458788"/>
          </a:xfrm>
          <a:prstGeom prst="rect">
            <a:avLst/>
          </a:prstGeom>
          <a:noFill/>
          <a:ln>
            <a:noFill/>
          </a:ln>
        </p:spPr>
        <p:txBody>
          <a:bodyPr anchorCtr="0" anchor="t" bIns="45700" lIns="91425" spcFirstLastPara="1" rIns="91425" wrap="square" tIns="45700">
            <a:noAutofit/>
          </a:bodyPr>
          <a:lstStyle>
            <a:lvl1pPr lvl="0" marR="0" rtl="0" algn="l">
              <a:spcBef>
                <a:spcPts val="0"/>
              </a:spcBef>
              <a:spcAft>
                <a:spcPts val="0"/>
              </a:spcAft>
              <a:buSzPts val="1400"/>
              <a:buNone/>
              <a:defRPr b="0" i="0" sz="1200" u="none" cap="none" strike="noStrik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1pPr>
            <a:lvl2pPr lvl="1" marR="0" rtl="0" algn="l">
              <a:spcBef>
                <a:spcPts val="0"/>
              </a:spcBef>
              <a:spcAft>
                <a:spcPts val="0"/>
              </a:spcAft>
              <a:buSzPts val="1400"/>
              <a:buNone/>
              <a:defRPr b="0" i="0" sz="1800" u="none" cap="none" strike="noStrik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2pPr>
            <a:lvl3pPr lvl="2" marR="0" rtl="0" algn="l">
              <a:spcBef>
                <a:spcPts val="0"/>
              </a:spcBef>
              <a:spcAft>
                <a:spcPts val="0"/>
              </a:spcAft>
              <a:buSzPts val="1400"/>
              <a:buNone/>
              <a:defRPr b="0" i="0" sz="1800" u="none" cap="none" strike="noStrik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3pPr>
            <a:lvl4pPr lvl="3" marR="0" rtl="0" algn="l">
              <a:spcBef>
                <a:spcPts val="0"/>
              </a:spcBef>
              <a:spcAft>
                <a:spcPts val="0"/>
              </a:spcAft>
              <a:buSzPts val="1400"/>
              <a:buNone/>
              <a:defRPr b="0" i="0" sz="1800" u="none" cap="none" strike="noStrik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4pPr>
            <a:lvl5pPr lvl="4" marR="0" rtl="0" algn="l">
              <a:spcBef>
                <a:spcPts val="0"/>
              </a:spcBef>
              <a:spcAft>
                <a:spcPts val="0"/>
              </a:spcAft>
              <a:buSzPts val="1400"/>
              <a:buNone/>
              <a:defRPr b="0" i="0" sz="1800" u="none" cap="none" strike="noStrik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5pPr>
            <a:lvl6pPr lvl="5" marR="0" rtl="0" algn="l">
              <a:spcBef>
                <a:spcPts val="0"/>
              </a:spcBef>
              <a:spcAft>
                <a:spcPts val="0"/>
              </a:spcAft>
              <a:buSzPts val="1400"/>
              <a:buNone/>
              <a:defRPr b="0" i="0" sz="1800" u="none" cap="none" strike="noStrik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6pPr>
            <a:lvl7pPr lvl="6" marR="0" rtl="0" algn="l">
              <a:spcBef>
                <a:spcPts val="0"/>
              </a:spcBef>
              <a:spcAft>
                <a:spcPts val="0"/>
              </a:spcAft>
              <a:buSzPts val="1400"/>
              <a:buNone/>
              <a:defRPr b="0" i="0" sz="1800" u="none" cap="none" strike="noStrik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7pPr>
            <a:lvl8pPr lvl="7" marR="0" rtl="0" algn="l">
              <a:spcBef>
                <a:spcPts val="0"/>
              </a:spcBef>
              <a:spcAft>
                <a:spcPts val="0"/>
              </a:spcAft>
              <a:buSzPts val="1400"/>
              <a:buNone/>
              <a:defRPr b="0" i="0" sz="1800" u="none" cap="none" strike="noStrik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8pPr>
            <a:lvl9pPr lvl="8" marR="0" rtl="0" algn="l">
              <a:spcBef>
                <a:spcPts val="0"/>
              </a:spcBef>
              <a:spcAft>
                <a:spcPts val="0"/>
              </a:spcAft>
              <a:buSzPts val="1400"/>
              <a:buNone/>
              <a:defRPr b="0" i="0" sz="1800" u="none" cap="none" strike="noStrik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9pPr>
          </a:lstStyle>
          <a:p/>
        </p:txBody>
      </p:sp>
      <p:sp>
        <p:nvSpPr>
          <p:cNvPr id="4" name="Google Shape;4;n"/>
          <p:cNvSpPr txBox="1"/>
          <p:nvPr>
            <p:ph idx="10" type="dt"/>
          </p:nvPr>
        </p:nvSpPr>
        <p:spPr>
          <a:xfrm>
            <a:off x="3884613" y="0"/>
            <a:ext cx="2971800" cy="458788"/>
          </a:xfrm>
          <a:prstGeom prst="rect">
            <a:avLst/>
          </a:prstGeom>
          <a:noFill/>
          <a:ln>
            <a:noFill/>
          </a:ln>
        </p:spPr>
        <p:txBody>
          <a:bodyPr anchorCtr="0" anchor="t" bIns="45700" lIns="91425" spcFirstLastPara="1" rIns="91425" wrap="square" tIns="45700">
            <a:noAutofit/>
          </a:bodyPr>
          <a:lstStyle>
            <a:lvl1pPr lvl="0" marR="0" rtl="0" algn="r">
              <a:spcBef>
                <a:spcPts val="0"/>
              </a:spcBef>
              <a:spcAft>
                <a:spcPts val="0"/>
              </a:spcAft>
              <a:buSzPts val="1400"/>
              <a:buNone/>
              <a:defRPr b="0" i="0" sz="1200" u="none" cap="none" strike="noStrik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1pPr>
            <a:lvl2pPr lvl="1" marR="0" rtl="0" algn="l">
              <a:spcBef>
                <a:spcPts val="0"/>
              </a:spcBef>
              <a:spcAft>
                <a:spcPts val="0"/>
              </a:spcAft>
              <a:buSzPts val="1400"/>
              <a:buNone/>
              <a:defRPr b="0" i="0" sz="1800" u="none" cap="none" strike="noStrik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2pPr>
            <a:lvl3pPr lvl="2" marR="0" rtl="0" algn="l">
              <a:spcBef>
                <a:spcPts val="0"/>
              </a:spcBef>
              <a:spcAft>
                <a:spcPts val="0"/>
              </a:spcAft>
              <a:buSzPts val="1400"/>
              <a:buNone/>
              <a:defRPr b="0" i="0" sz="1800" u="none" cap="none" strike="noStrik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3pPr>
            <a:lvl4pPr lvl="3" marR="0" rtl="0" algn="l">
              <a:spcBef>
                <a:spcPts val="0"/>
              </a:spcBef>
              <a:spcAft>
                <a:spcPts val="0"/>
              </a:spcAft>
              <a:buSzPts val="1400"/>
              <a:buNone/>
              <a:defRPr b="0" i="0" sz="1800" u="none" cap="none" strike="noStrik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4pPr>
            <a:lvl5pPr lvl="4" marR="0" rtl="0" algn="l">
              <a:spcBef>
                <a:spcPts val="0"/>
              </a:spcBef>
              <a:spcAft>
                <a:spcPts val="0"/>
              </a:spcAft>
              <a:buSzPts val="1400"/>
              <a:buNone/>
              <a:defRPr b="0" i="0" sz="1800" u="none" cap="none" strike="noStrik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5pPr>
            <a:lvl6pPr lvl="5" marR="0" rtl="0" algn="l">
              <a:spcBef>
                <a:spcPts val="0"/>
              </a:spcBef>
              <a:spcAft>
                <a:spcPts val="0"/>
              </a:spcAft>
              <a:buSzPts val="1400"/>
              <a:buNone/>
              <a:defRPr b="0" i="0" sz="1800" u="none" cap="none" strike="noStrik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6pPr>
            <a:lvl7pPr lvl="6" marR="0" rtl="0" algn="l">
              <a:spcBef>
                <a:spcPts val="0"/>
              </a:spcBef>
              <a:spcAft>
                <a:spcPts val="0"/>
              </a:spcAft>
              <a:buSzPts val="1400"/>
              <a:buNone/>
              <a:defRPr b="0" i="0" sz="1800" u="none" cap="none" strike="noStrik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7pPr>
            <a:lvl8pPr lvl="7" marR="0" rtl="0" algn="l">
              <a:spcBef>
                <a:spcPts val="0"/>
              </a:spcBef>
              <a:spcAft>
                <a:spcPts val="0"/>
              </a:spcAft>
              <a:buSzPts val="1400"/>
              <a:buNone/>
              <a:defRPr b="0" i="0" sz="1800" u="none" cap="none" strike="noStrik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8pPr>
            <a:lvl9pPr lvl="8" marR="0" rtl="0" algn="l">
              <a:spcBef>
                <a:spcPts val="0"/>
              </a:spcBef>
              <a:spcAft>
                <a:spcPts val="0"/>
              </a:spcAft>
              <a:buSzPts val="1400"/>
              <a:buNone/>
              <a:defRPr b="0" i="0" sz="1800" u="none" cap="none" strike="noStrik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9pPr>
          </a:lstStyle>
          <a:p/>
        </p:txBody>
      </p:sp>
      <p:sp>
        <p:nvSpPr>
          <p:cNvPr id="5" name="Google Shape;5;n"/>
          <p:cNvSpPr/>
          <p:nvPr>
            <p:ph idx="3" type="sldImg"/>
          </p:nvPr>
        </p:nvSpPr>
        <p:spPr>
          <a:xfrm>
            <a:off x="685800" y="1143000"/>
            <a:ext cx="5486400" cy="3086100"/>
          </a:xfrm>
          <a:custGeom>
            <a:rect b="b" l="l" r="r" t="t"/>
            <a:pathLst>
              <a:path extrusionOk="0" h="120000" w="12000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  <a:noFill/>
          <a:ln cap="flat" cmpd="sng" w="12700">
            <a:solidFill>
              <a:srgbClr val="000000"/>
            </a:solidFill>
            <a:prstDash val="solid"/>
            <a:round/>
            <a:headEnd len="sm" w="sm" type="none"/>
            <a:tailEnd len="sm" w="sm" type="none"/>
          </a:ln>
        </p:spPr>
      </p:sp>
      <p:sp>
        <p:nvSpPr>
          <p:cNvPr id="6" name="Google Shape;6;n"/>
          <p:cNvSpPr txBox="1"/>
          <p:nvPr>
            <p:ph idx="1" type="body"/>
          </p:nvPr>
        </p:nvSpPr>
        <p:spPr>
          <a:xfrm>
            <a:off x="685800" y="4400550"/>
            <a:ext cx="5486400" cy="3600450"/>
          </a:xfrm>
          <a:prstGeom prst="rect">
            <a:avLst/>
          </a:prstGeom>
          <a:noFill/>
          <a:ln>
            <a:noFill/>
          </a:ln>
        </p:spPr>
        <p:txBody>
          <a:bodyPr anchorCtr="0" anchor="t" bIns="45700" lIns="91425" spcFirstLastPara="1" rIns="91425" wrap="square" tIns="45700">
            <a:noAutofit/>
          </a:bodyPr>
          <a:lstStyle>
            <a:lvl1pPr indent="-228600" lvl="0" marL="457200" marR="0" rtl="0" algn="l">
              <a:spcBef>
                <a:spcPts val="0"/>
              </a:spcBef>
              <a:spcAft>
                <a:spcPts val="0"/>
              </a:spcAft>
              <a:buSzPts val="1400"/>
              <a:buNone/>
              <a:defRPr b="0" i="0" sz="1200" u="none" cap="none" strike="noStrik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1pPr>
            <a:lvl2pPr indent="-228600" lvl="1" marL="914400" marR="0" rtl="0" algn="l">
              <a:spcBef>
                <a:spcPts val="0"/>
              </a:spcBef>
              <a:spcAft>
                <a:spcPts val="0"/>
              </a:spcAft>
              <a:buSzPts val="1400"/>
              <a:buNone/>
              <a:defRPr b="0" i="0" sz="1200" u="none" cap="none" strike="noStrik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2pPr>
            <a:lvl3pPr indent="-228600" lvl="2" marL="1371600" marR="0" rtl="0" algn="l">
              <a:spcBef>
                <a:spcPts val="0"/>
              </a:spcBef>
              <a:spcAft>
                <a:spcPts val="0"/>
              </a:spcAft>
              <a:buSzPts val="1400"/>
              <a:buNone/>
              <a:defRPr b="0" i="0" sz="1200" u="none" cap="none" strike="noStrik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3pPr>
            <a:lvl4pPr indent="-228600" lvl="3" marL="1828800" marR="0" rtl="0" algn="l">
              <a:spcBef>
                <a:spcPts val="0"/>
              </a:spcBef>
              <a:spcAft>
                <a:spcPts val="0"/>
              </a:spcAft>
              <a:buSzPts val="1400"/>
              <a:buNone/>
              <a:defRPr b="0" i="0" sz="1200" u="none" cap="none" strike="noStrik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4pPr>
            <a:lvl5pPr indent="-228600" lvl="4" marL="2286000" marR="0" rtl="0" algn="l">
              <a:spcBef>
                <a:spcPts val="0"/>
              </a:spcBef>
              <a:spcAft>
                <a:spcPts val="0"/>
              </a:spcAft>
              <a:buSzPts val="1400"/>
              <a:buNone/>
              <a:defRPr b="0" i="0" sz="1200" u="none" cap="none" strike="noStrik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5pPr>
            <a:lvl6pPr indent="-228600" lvl="5" marL="2743200" marR="0" rtl="0" algn="l">
              <a:spcBef>
                <a:spcPts val="0"/>
              </a:spcBef>
              <a:spcAft>
                <a:spcPts val="0"/>
              </a:spcAft>
              <a:buSzPts val="1400"/>
              <a:buNone/>
              <a:defRPr b="0" i="0" sz="1200" u="none" cap="none" strike="noStrik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6pPr>
            <a:lvl7pPr indent="-228600" lvl="6" marL="3200400" marR="0" rtl="0" algn="l">
              <a:spcBef>
                <a:spcPts val="0"/>
              </a:spcBef>
              <a:spcAft>
                <a:spcPts val="0"/>
              </a:spcAft>
              <a:buSzPts val="1400"/>
              <a:buNone/>
              <a:defRPr b="0" i="0" sz="1200" u="none" cap="none" strike="noStrik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7pPr>
            <a:lvl8pPr indent="-228600" lvl="7" marL="3657600" marR="0" rtl="0" algn="l">
              <a:spcBef>
                <a:spcPts val="0"/>
              </a:spcBef>
              <a:spcAft>
                <a:spcPts val="0"/>
              </a:spcAft>
              <a:buSzPts val="1400"/>
              <a:buNone/>
              <a:defRPr b="0" i="0" sz="1200" u="none" cap="none" strike="noStrik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8pPr>
            <a:lvl9pPr indent="-228600" lvl="8" marL="4114800" marR="0" rtl="0" algn="l">
              <a:spcBef>
                <a:spcPts val="0"/>
              </a:spcBef>
              <a:spcAft>
                <a:spcPts val="0"/>
              </a:spcAft>
              <a:buSzPts val="1400"/>
              <a:buNone/>
              <a:defRPr b="0" i="0" sz="1200" u="none" cap="none" strike="noStrik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9pPr>
          </a:lstStyle>
          <a:p/>
        </p:txBody>
      </p:sp>
      <p:sp>
        <p:nvSpPr>
          <p:cNvPr id="7" name="Google Shape;7;n"/>
          <p:cNvSpPr txBox="1"/>
          <p:nvPr>
            <p:ph idx="11" type="ftr"/>
          </p:nvPr>
        </p:nvSpPr>
        <p:spPr>
          <a:xfrm>
            <a:off x="0" y="8685213"/>
            <a:ext cx="2971800" cy="458787"/>
          </a:xfrm>
          <a:prstGeom prst="rect">
            <a:avLst/>
          </a:prstGeom>
          <a:noFill/>
          <a:ln>
            <a:noFill/>
          </a:ln>
        </p:spPr>
        <p:txBody>
          <a:bodyPr anchorCtr="0" anchor="b" bIns="45700" lIns="91425" spcFirstLastPara="1" rIns="91425" wrap="square" tIns="45700">
            <a:noAutofit/>
          </a:bodyPr>
          <a:lstStyle>
            <a:lvl1pPr lvl="0" marR="0" rtl="0" algn="l">
              <a:spcBef>
                <a:spcPts val="0"/>
              </a:spcBef>
              <a:spcAft>
                <a:spcPts val="0"/>
              </a:spcAft>
              <a:buSzPts val="1400"/>
              <a:buNone/>
              <a:defRPr b="0" i="0" sz="1200" u="none" cap="none" strike="noStrik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1pPr>
            <a:lvl2pPr lvl="1" marR="0" rtl="0" algn="l">
              <a:spcBef>
                <a:spcPts val="0"/>
              </a:spcBef>
              <a:spcAft>
                <a:spcPts val="0"/>
              </a:spcAft>
              <a:buSzPts val="1400"/>
              <a:buNone/>
              <a:defRPr b="0" i="0" sz="1800" u="none" cap="none" strike="noStrik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2pPr>
            <a:lvl3pPr lvl="2" marR="0" rtl="0" algn="l">
              <a:spcBef>
                <a:spcPts val="0"/>
              </a:spcBef>
              <a:spcAft>
                <a:spcPts val="0"/>
              </a:spcAft>
              <a:buSzPts val="1400"/>
              <a:buNone/>
              <a:defRPr b="0" i="0" sz="1800" u="none" cap="none" strike="noStrik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3pPr>
            <a:lvl4pPr lvl="3" marR="0" rtl="0" algn="l">
              <a:spcBef>
                <a:spcPts val="0"/>
              </a:spcBef>
              <a:spcAft>
                <a:spcPts val="0"/>
              </a:spcAft>
              <a:buSzPts val="1400"/>
              <a:buNone/>
              <a:defRPr b="0" i="0" sz="1800" u="none" cap="none" strike="noStrik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4pPr>
            <a:lvl5pPr lvl="4" marR="0" rtl="0" algn="l">
              <a:spcBef>
                <a:spcPts val="0"/>
              </a:spcBef>
              <a:spcAft>
                <a:spcPts val="0"/>
              </a:spcAft>
              <a:buSzPts val="1400"/>
              <a:buNone/>
              <a:defRPr b="0" i="0" sz="1800" u="none" cap="none" strike="noStrik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5pPr>
            <a:lvl6pPr lvl="5" marR="0" rtl="0" algn="l">
              <a:spcBef>
                <a:spcPts val="0"/>
              </a:spcBef>
              <a:spcAft>
                <a:spcPts val="0"/>
              </a:spcAft>
              <a:buSzPts val="1400"/>
              <a:buNone/>
              <a:defRPr b="0" i="0" sz="1800" u="none" cap="none" strike="noStrik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6pPr>
            <a:lvl7pPr lvl="6" marR="0" rtl="0" algn="l">
              <a:spcBef>
                <a:spcPts val="0"/>
              </a:spcBef>
              <a:spcAft>
                <a:spcPts val="0"/>
              </a:spcAft>
              <a:buSzPts val="1400"/>
              <a:buNone/>
              <a:defRPr b="0" i="0" sz="1800" u="none" cap="none" strike="noStrik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7pPr>
            <a:lvl8pPr lvl="7" marR="0" rtl="0" algn="l">
              <a:spcBef>
                <a:spcPts val="0"/>
              </a:spcBef>
              <a:spcAft>
                <a:spcPts val="0"/>
              </a:spcAft>
              <a:buSzPts val="1400"/>
              <a:buNone/>
              <a:defRPr b="0" i="0" sz="1800" u="none" cap="none" strike="noStrik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8pPr>
            <a:lvl9pPr lvl="8" marR="0" rtl="0" algn="l">
              <a:spcBef>
                <a:spcPts val="0"/>
              </a:spcBef>
              <a:spcAft>
                <a:spcPts val="0"/>
              </a:spcAft>
              <a:buSzPts val="1400"/>
              <a:buNone/>
              <a:defRPr b="0" i="0" sz="1800" u="none" cap="none" strike="noStrik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9pPr>
          </a:lstStyle>
          <a:p/>
        </p:txBody>
      </p:sp>
      <p:sp>
        <p:nvSpPr>
          <p:cNvPr id="8" name="Google Shape;8;n"/>
          <p:cNvSpPr txBox="1"/>
          <p:nvPr>
            <p:ph idx="12" type="sldNum"/>
          </p:nvPr>
        </p:nvSpPr>
        <p:spPr>
          <a:xfrm>
            <a:off x="3884613" y="8685213"/>
            <a:ext cx="2971800" cy="458787"/>
          </a:xfrm>
          <a:prstGeom prst="rect">
            <a:avLst/>
          </a:prstGeom>
          <a:noFill/>
          <a:ln>
            <a:noFill/>
          </a:ln>
        </p:spPr>
        <p:txBody>
          <a:bodyPr anchorCtr="0" anchor="b" bIns="45700" lIns="91425" spcFirstLastPara="1" rIns="91425" wrap="square" tIns="45700">
            <a:noAutofit/>
          </a:bodyPr>
          <a:lstStyle/>
          <a:p>
            <a:pPr indent="0" lvl="0" marL="0" marR="0" rtl="0" algn="r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b="0" i="0" lang="en-US" sz="1200" u="none" cap="none" strike="noStrik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rPr>
              <a:t>‹#›</a:t>
            </a:fld>
            <a:endParaRPr b="0" i="0" sz="1200" u="none" cap="none" strike="noStrik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</p:spTree>
  </p:cSld>
  <p:clrMap accent1="accent1" accent2="accent2" accent3="accent3" accent4="accent4" accent5="accent5" accent6="accent6" bg1="lt1" bg2="dk2" tx1="dk1" tx2="lt2" folHlink="folHlink" hlink="hlink"/>
  <p:notesStyle>
    <a:defPPr lvl="0" marR="0" rtl="0" algn="l">
      <a:lnSpc>
        <a:spcPct val="100000"/>
      </a:lnSpc>
      <a:spcBef>
        <a:spcPts val="0"/>
      </a:spcBef>
      <a:spcAft>
        <a:spcPts val="0"/>
      </a:spcAft>
    </a:defPPr>
    <a:lvl1pPr lvl="0" marR="0" rtl="0" algn="l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b="0" i="0" spc="0" sz="1400" u="none" cap="none" strike="noStrike">
        <a:solidFill>
          <a:srgbClr val="000000"/>
        </a:solidFill>
        <a:latin typeface="Arial"/>
        <a:ea typeface="Arial"/>
        <a:cs typeface="Arial"/>
        <a:sym typeface="Arial"/>
      </a:defRPr>
    </a:lvl1pPr>
    <a:lvl2pPr lvl="1" marR="0" rtl="0" algn="l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b="0" i="0" spc="0" sz="1400" u="none" cap="none" strike="noStrike">
        <a:solidFill>
          <a:srgbClr val="000000"/>
        </a:solidFill>
        <a:latin typeface="Arial"/>
        <a:ea typeface="Arial"/>
        <a:cs typeface="Arial"/>
        <a:sym typeface="Arial"/>
      </a:defRPr>
    </a:lvl2pPr>
    <a:lvl3pPr lvl="2" marR="0" rtl="0" algn="l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b="0" i="0" spc="0" sz="1400" u="none" cap="none" strike="noStrike">
        <a:solidFill>
          <a:srgbClr val="000000"/>
        </a:solidFill>
        <a:latin typeface="Arial"/>
        <a:ea typeface="Arial"/>
        <a:cs typeface="Arial"/>
        <a:sym typeface="Arial"/>
      </a:defRPr>
    </a:lvl3pPr>
    <a:lvl4pPr lvl="3" marR="0" rtl="0" algn="l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b="0" i="0" spc="0" sz="1400" u="none" cap="none" strike="noStrike">
        <a:solidFill>
          <a:srgbClr val="000000"/>
        </a:solidFill>
        <a:latin typeface="Arial"/>
        <a:ea typeface="Arial"/>
        <a:cs typeface="Arial"/>
        <a:sym typeface="Arial"/>
      </a:defRPr>
    </a:lvl4pPr>
    <a:lvl5pPr lvl="4" marR="0" rtl="0" algn="l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b="0" i="0" spc="0" sz="1400" u="none" cap="none" strike="noStrike">
        <a:solidFill>
          <a:srgbClr val="000000"/>
        </a:solidFill>
        <a:latin typeface="Arial"/>
        <a:ea typeface="Arial"/>
        <a:cs typeface="Arial"/>
        <a:sym typeface="Arial"/>
      </a:defRPr>
    </a:lvl5pPr>
    <a:lvl6pPr lvl="5" marR="0" rtl="0" algn="l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b="0" i="0" spc="0" sz="1400" u="none" cap="none" strike="noStrike">
        <a:solidFill>
          <a:srgbClr val="000000"/>
        </a:solidFill>
        <a:latin typeface="Arial"/>
        <a:ea typeface="Arial"/>
        <a:cs typeface="Arial"/>
        <a:sym typeface="Arial"/>
      </a:defRPr>
    </a:lvl6pPr>
    <a:lvl7pPr lvl="6" marR="0" rtl="0" algn="l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b="0" i="0" spc="0" sz="1400" u="none" cap="none" strike="noStrike">
        <a:solidFill>
          <a:srgbClr val="000000"/>
        </a:solidFill>
        <a:latin typeface="Arial"/>
        <a:ea typeface="Arial"/>
        <a:cs typeface="Arial"/>
        <a:sym typeface="Arial"/>
      </a:defRPr>
    </a:lvl7pPr>
    <a:lvl8pPr lvl="7" marR="0" rtl="0" algn="l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b="0" i="0" spc="0" sz="1400" u="none" cap="none" strike="noStrike">
        <a:solidFill>
          <a:srgbClr val="000000"/>
        </a:solidFill>
        <a:latin typeface="Arial"/>
        <a:ea typeface="Arial"/>
        <a:cs typeface="Arial"/>
        <a:sym typeface="Arial"/>
      </a:defRPr>
    </a:lvl8pPr>
    <a:lvl9pPr lvl="8" marR="0" rtl="0" algn="l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b="0" i="0" spc="0" sz="1400" u="none" cap="none" strike="noStrike">
        <a:solidFill>
          <a:srgbClr val="000000"/>
        </a:solidFill>
        <a:latin typeface="Arial"/>
        <a:ea typeface="Arial"/>
        <a:cs typeface="Arial"/>
        <a:sym typeface="Arial"/>
      </a:defRPr>
    </a:lvl9pPr>
  </p:notesStyle>
</p:notesMaster>
</file>

<file path=ppt/notesSlides/_rels/notesSlide1.xml.rels><?xml version='1.0' encoding='UTF-8' standalone='yes'?>
<Relationships xmlns="http://schemas.openxmlformats.org/package/2006/relationships"><Relationship Id="rId1" Type="http://schemas.openxmlformats.org/officeDocument/2006/relationships/notesMaster" Target="../notesMasters/notesMaster1.xml"/></Relationships>
</file>

<file path=ppt/notesSlides/_rels/notesSlide2.xml.rels><?xml version='1.0' encoding='UTF-8' standalone='yes'?>
<Relationships xmlns="http://schemas.openxmlformats.org/package/2006/relationships"><Relationship Id="rId1" Type="http://schemas.openxmlformats.org/officeDocument/2006/relationships/notesMaster" Target="../notesMasters/notesMaster1.xml"/></Relationships>
</file>

<file path=ppt/notesSlides/_rels/notesSlide3.xml.rels><?xml version='1.0' encoding='UTF-8' standalone='yes'?>
<Relationships xmlns="http://schemas.openxmlformats.org/package/2006/relationships"><Relationship Id="rId1" Type="http://schemas.openxmlformats.org/officeDocument/2006/relationships/notesMaster" Target="../notesMasters/notesMaster1.xml"/></Relationships>
</file>

<file path=ppt/notesSlides/_rels/notesSlide4.xml.rels><?xml version='1.0' encoding='UTF-8' standalone='yes'?>
<Relationships xmlns="http://schemas.openxmlformats.org/package/2006/relationships"><Relationship Id="rId1" Type="http://schemas.openxmlformats.org/officeDocument/2006/relationships/notesMaster" Target="../notesMasters/notesMaster1.xml"/></Relationships>
</file>

<file path=ppt/notesSlides/_rels/notesSlide5.xml.rels><?xml version='1.0' encoding='UTF-8' standalone='yes'?>
<Relationships xmlns="http://schemas.openxmlformats.org/package/2006/relationships"><Relationship Id="rId1" Type="http://schemas.openxmlformats.org/officeDocument/2006/relationships/notesMaster" Target="../notesMasters/notesMaster1.xml"/></Relationships>
</file>

<file path=ppt/notesSlides/_rels/notesSlide6.xml.rels><?xml version='1.0' encoding='UTF-8' standalone='yes'?>
<Relationships xmlns="http://schemas.openxmlformats.org/package/2006/relationships"><Relationship Id="rId1" Type="http://schemas.openxmlformats.org/officeDocument/2006/relationships/notesMaster" Target="../notesMasters/notesMaster1.xml"/></Relationships>
</file>

<file path=ppt/notesSlides/_rels/notesSlide7.xml.rels><?xml version='1.0' encoding='UTF-8' standalone='yes'?>
<Relationships xmlns="http://schemas.openxmlformats.org/package/2006/relationships"><Relationship Id="rId1" Type="http://schemas.openxmlformats.org/officeDocument/2006/relationships/notesMaster" Target="../notesMasters/notesMaster1.xml"/></Relationships>
</file>

<file path=ppt/notesSlides/_rels/notesSlide8.xml.rels><?xml version='1.0' encoding='UTF-8' standalone='yes'?>
<Relationships xmlns="http://schemas.openxmlformats.org/package/2006/relationships"><Relationship Id="rId1" Type="http://schemas.openxmlformats.org/officeDocument/2006/relationships/notesMaster" Target="../notesMasters/notesMaster1.xml"/></Relationships>
</file>

<file path=ppt/notesSlides/_rels/notesSlide9.xml.rels><?xml version='1.0' encoding='UTF-8' standalone='yes'?>
<Relationships xmlns="http://schemas.openxmlformats.org/package/2006/relationships"><Relationship Id="rId1" Type="http://schemas.openxmlformats.org/officeDocument/2006/relationships/notesMaster" Target="../notesMasters/notesMaster1.xml"/></Relationships>
</file>

<file path=ppt/notesSlides/_rels/notesSlide10.xml.rels><?xml version='1.0' encoding='UTF-8' standalone='yes'?>
<Relationships xmlns="http://schemas.openxmlformats.org/package/2006/relationships"><Relationship Id="rId1" Type="http://schemas.openxmlformats.org/officeDocument/2006/relationships/notesMaster" Target="../notesMasters/notesMaster1.xml"/></Relationships>
</file>

<file path=ppt/notesSlides/_rels/notesSlide11.xml.rels><?xml version='1.0' encoding='UTF-8' standalone='yes'?>
<Relationships xmlns="http://schemas.openxmlformats.org/package/2006/relationships"><Relationship Id="rId1" Type="http://schemas.openxmlformats.org/officeDocument/2006/relationships/notesMaster" Target="../notesMasters/notesMaster1.xml"/></Relationships>
</file>

<file path=ppt/notesSlides/_rels/notesSlide12.xml.rels><?xml version='1.0' encoding='UTF-8' standalone='yes'?>
<Relationships xmlns="http://schemas.openxmlformats.org/package/2006/relationships"><Relationship Id="rId1" Type="http://schemas.openxmlformats.org/officeDocument/2006/relationships/notesMaster" Target="../notesMasters/notesMaster1.xml"/></Relationships>
</file>

<file path=ppt/notesSlides/notesSlide1.xml><?xml version="1.0" encoding="utf-8"?>
<p:notes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showMasterPhAnim="0" showMasterSp="0">
  <p:cSld>
    <p:spTree>
      <p:nvGrpSpPr>
        <p:cNvPr id="85" name="Shape 85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86" name="Google Shape;86;p1:notes"/>
          <p:cNvSpPr/>
          <p:nvPr>
            <p:ph idx="2" type="sldImg"/>
          </p:nvPr>
        </p:nvSpPr>
        <p:spPr>
          <a:xfrm>
            <a:off x="685800" y="1143000"/>
            <a:ext cx="5486400" cy="3086100"/>
          </a:xfrm>
          <a:custGeom>
            <a:rect b="b" l="l" r="r" t="t"/>
            <a:pathLst>
              <a:path extrusionOk="0" h="120000" w="12000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  <a:noFill/>
          <a:ln cap="flat" cmpd="sng" w="12700">
            <a:solidFill>
              <a:srgbClr val="000000"/>
            </a:solidFill>
            <a:prstDash val="solid"/>
            <a:round/>
            <a:headEnd len="sm" w="sm" type="none"/>
            <a:tailEnd len="sm" w="sm" type="none"/>
          </a:ln>
        </p:spPr>
      </p:sp>
      <p:sp>
        <p:nvSpPr>
          <p:cNvPr id="87" name="Google Shape;87;p1:notes"/>
          <p:cNvSpPr txBox="1"/>
          <p:nvPr>
            <p:ph idx="1" type="body"/>
          </p:nvPr>
        </p:nvSpPr>
        <p:spPr>
          <a:xfrm>
            <a:off x="685800" y="4400550"/>
            <a:ext cx="5486400" cy="3600450"/>
          </a:xfrm>
          <a:prstGeom prst="rect">
            <a:avLst/>
          </a:prstGeom>
          <a:noFill/>
          <a:ln>
            <a:noFill/>
          </a:ln>
        </p:spPr>
        <p:txBody>
          <a:bodyPr anchorCtr="0" anchor="t" bIns="45700" lIns="91425" spcFirstLastPara="1" rIns="91425" wrap="square" tIns="45700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  <p:sp>
        <p:nvSpPr>
          <p:cNvPr id="88" name="Google Shape;88;p1:notes"/>
          <p:cNvSpPr txBox="1"/>
          <p:nvPr>
            <p:ph idx="12" type="sldNum"/>
          </p:nvPr>
        </p:nvSpPr>
        <p:spPr>
          <a:xfrm>
            <a:off x="3884613" y="8685213"/>
            <a:ext cx="2971800" cy="458787"/>
          </a:xfrm>
          <a:prstGeom prst="rect">
            <a:avLst/>
          </a:prstGeom>
          <a:noFill/>
          <a:ln>
            <a:noFill/>
          </a:ln>
        </p:spPr>
        <p:txBody>
          <a:bodyPr anchorCtr="0" anchor="b" bIns="45700" lIns="91425" spcFirstLastPara="1" rIns="91425" wrap="square" tIns="45700">
            <a:noAutofit/>
          </a:bodyPr>
          <a:lstStyle/>
          <a:p>
            <a:pPr indent="0" lvl="0" marL="0" rtl="0" algn="r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en-US"/>
              <a:t>‹#›</a:t>
            </a:fld>
            <a:endParaRPr/>
          </a:p>
        </p:txBody>
      </p:sp>
    </p:spTree>
  </p:cSld>
  <p:clrMapOvr>
    <a:masterClrMapping/>
  </p:clrMapOvr>
</p:notes>
</file>

<file path=ppt/notesSlides/notesSlide2.xml><?xml version="1.0" encoding="utf-8"?>
<p:notes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showMasterPhAnim="0" showMasterSp="0">
  <p:cSld>
    <p:spTree>
      <p:nvGrpSpPr>
        <p:cNvPr id="97" name="Shape 97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98" name="Google Shape;98;p2:notes"/>
          <p:cNvSpPr txBox="1"/>
          <p:nvPr>
            <p:ph idx="1" type="body"/>
          </p:nvPr>
        </p:nvSpPr>
        <p:spPr>
          <a:xfrm>
            <a:off x="685800" y="4400550"/>
            <a:ext cx="5486400" cy="3600450"/>
          </a:xfrm>
          <a:prstGeom prst="rect">
            <a:avLst/>
          </a:prstGeom>
        </p:spPr>
        <p:txBody>
          <a:bodyPr anchorCtr="0" anchor="t" bIns="45700" lIns="91425" spcFirstLastPara="1" rIns="91425" wrap="square" tIns="45700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  <p:sp>
        <p:nvSpPr>
          <p:cNvPr id="99" name="Google Shape;99;p2:notes"/>
          <p:cNvSpPr/>
          <p:nvPr>
            <p:ph idx="2" type="sldImg"/>
          </p:nvPr>
        </p:nvSpPr>
        <p:spPr>
          <a:xfrm>
            <a:off x="685800" y="1143000"/>
            <a:ext cx="5486400" cy="3086100"/>
          </a:xfrm>
          <a:custGeom>
            <a:rect b="b" l="l" r="r" t="t"/>
            <a:pathLst>
              <a:path extrusionOk="0" h="120000" w="12000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</p:spPr>
      </p:sp>
    </p:spTree>
  </p:cSld>
  <p:clrMapOvr>
    <a:masterClrMapping/>
  </p:clrMapOvr>
</p:notes>
</file>

<file path=ppt/notesSlides/notesSlide3.xml><?xml version="1.0" encoding="utf-8"?>
<p:notes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showMasterPhAnim="0" showMasterSp="0">
  <p:cSld>
    <p:spTree>
      <p:nvGrpSpPr>
        <p:cNvPr id="103" name="Shape 103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04" name="Google Shape;104;p3:notes"/>
          <p:cNvSpPr txBox="1"/>
          <p:nvPr>
            <p:ph idx="1" type="body"/>
          </p:nvPr>
        </p:nvSpPr>
        <p:spPr>
          <a:xfrm>
            <a:off x="685800" y="4400550"/>
            <a:ext cx="5486400" cy="3600450"/>
          </a:xfrm>
          <a:prstGeom prst="rect">
            <a:avLst/>
          </a:prstGeom>
        </p:spPr>
        <p:txBody>
          <a:bodyPr anchorCtr="0" anchor="t" bIns="45700" lIns="91425" spcFirstLastPara="1" rIns="91425" wrap="square" tIns="45700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  <p:sp>
        <p:nvSpPr>
          <p:cNvPr id="105" name="Google Shape;105;p3:notes"/>
          <p:cNvSpPr/>
          <p:nvPr>
            <p:ph idx="2" type="sldImg"/>
          </p:nvPr>
        </p:nvSpPr>
        <p:spPr>
          <a:xfrm>
            <a:off x="685800" y="1143000"/>
            <a:ext cx="5486400" cy="3086100"/>
          </a:xfrm>
          <a:custGeom>
            <a:rect b="b" l="l" r="r" t="t"/>
            <a:pathLst>
              <a:path extrusionOk="0" h="120000" w="12000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</p:spPr>
      </p:sp>
    </p:spTree>
  </p:cSld>
  <p:clrMapOvr>
    <a:masterClrMapping/>
  </p:clrMapOvr>
</p:notes>
</file>

<file path=ppt/notesSlides/notesSlide4.xml><?xml version="1.0" encoding="utf-8"?>
<p:notes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showMasterPhAnim="0" showMasterSp="0">
  <p:cSld>
    <p:spTree>
      <p:nvGrpSpPr>
        <p:cNvPr id="109" name="Shape 109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10" name="Google Shape;110;p4:notes"/>
          <p:cNvSpPr txBox="1"/>
          <p:nvPr>
            <p:ph idx="1" type="body"/>
          </p:nvPr>
        </p:nvSpPr>
        <p:spPr>
          <a:xfrm>
            <a:off x="685800" y="4400550"/>
            <a:ext cx="5486400" cy="3600450"/>
          </a:xfrm>
          <a:prstGeom prst="rect">
            <a:avLst/>
          </a:prstGeom>
        </p:spPr>
        <p:txBody>
          <a:bodyPr anchorCtr="0" anchor="t" bIns="45700" lIns="91425" spcFirstLastPara="1" rIns="91425" wrap="square" tIns="45700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  <p:sp>
        <p:nvSpPr>
          <p:cNvPr id="111" name="Google Shape;111;p4:notes"/>
          <p:cNvSpPr/>
          <p:nvPr>
            <p:ph idx="2" type="sldImg"/>
          </p:nvPr>
        </p:nvSpPr>
        <p:spPr>
          <a:xfrm>
            <a:off x="685800" y="1143000"/>
            <a:ext cx="5486400" cy="3086100"/>
          </a:xfrm>
          <a:custGeom>
            <a:rect b="b" l="l" r="r" t="t"/>
            <a:pathLst>
              <a:path extrusionOk="0" h="120000" w="12000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</p:spPr>
      </p:sp>
    </p:spTree>
  </p:cSld>
  <p:clrMapOvr>
    <a:masterClrMapping/>
  </p:clrMapOvr>
</p:notes>
</file>

<file path=ppt/notesSlides/notesSlide5.xml><?xml version="1.0" encoding="utf-8"?>
<p:notes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showMasterPhAnim="0" showMasterSp="0">
  <p:cSld>
    <p:spTree>
      <p:nvGrpSpPr>
        <p:cNvPr id="115" name="Shape 115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16" name="Google Shape;116;p5:notes"/>
          <p:cNvSpPr txBox="1"/>
          <p:nvPr>
            <p:ph idx="1" type="body"/>
          </p:nvPr>
        </p:nvSpPr>
        <p:spPr>
          <a:xfrm>
            <a:off x="685800" y="4400550"/>
            <a:ext cx="5486400" cy="3600450"/>
          </a:xfrm>
          <a:prstGeom prst="rect">
            <a:avLst/>
          </a:prstGeom>
        </p:spPr>
        <p:txBody>
          <a:bodyPr anchorCtr="0" anchor="t" bIns="45700" lIns="91425" spcFirstLastPara="1" rIns="91425" wrap="square" tIns="45700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  <p:sp>
        <p:nvSpPr>
          <p:cNvPr id="117" name="Google Shape;117;p5:notes"/>
          <p:cNvSpPr/>
          <p:nvPr>
            <p:ph idx="2" type="sldImg"/>
          </p:nvPr>
        </p:nvSpPr>
        <p:spPr>
          <a:xfrm>
            <a:off x="685800" y="1143000"/>
            <a:ext cx="5486400" cy="3086100"/>
          </a:xfrm>
          <a:custGeom>
            <a:rect b="b" l="l" r="r" t="t"/>
            <a:pathLst>
              <a:path extrusionOk="0" h="120000" w="12000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</p:spPr>
      </p:sp>
    </p:spTree>
  </p:cSld>
  <p:clrMapOvr>
    <a:masterClrMapping/>
  </p:clrMapOvr>
</p:notes>
</file>

<file path=ppt/notesSlides/notesSlide6.xml><?xml version="1.0" encoding="utf-8"?>
<p:notes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showMasterPhAnim="0" showMasterSp="0">
  <p:cSld>
    <p:spTree>
      <p:nvGrpSpPr>
        <p:cNvPr id="121" name="Shape 121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22" name="Google Shape;122;p6:notes"/>
          <p:cNvSpPr txBox="1"/>
          <p:nvPr>
            <p:ph idx="1" type="body"/>
          </p:nvPr>
        </p:nvSpPr>
        <p:spPr>
          <a:xfrm>
            <a:off x="685800" y="4400550"/>
            <a:ext cx="5486400" cy="3600450"/>
          </a:xfrm>
          <a:prstGeom prst="rect">
            <a:avLst/>
          </a:prstGeom>
        </p:spPr>
        <p:txBody>
          <a:bodyPr anchorCtr="0" anchor="t" bIns="45700" lIns="91425" spcFirstLastPara="1" rIns="91425" wrap="square" tIns="45700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  <p:sp>
        <p:nvSpPr>
          <p:cNvPr id="123" name="Google Shape;123;p6:notes"/>
          <p:cNvSpPr/>
          <p:nvPr>
            <p:ph idx="2" type="sldImg"/>
          </p:nvPr>
        </p:nvSpPr>
        <p:spPr>
          <a:xfrm>
            <a:off x="685800" y="1143000"/>
            <a:ext cx="5486400" cy="3086100"/>
          </a:xfrm>
          <a:custGeom>
            <a:rect b="b" l="l" r="r" t="t"/>
            <a:pathLst>
              <a:path extrusionOk="0" h="120000" w="12000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</p:spPr>
      </p:sp>
    </p:spTree>
  </p:cSld>
  <p:clrMapOvr>
    <a:masterClrMapping/>
  </p:clrMapOvr>
</p:notes>
</file>

<file path=ppt/notesSlides/notesSlide7.xml><?xml version="1.0" encoding="utf-8"?>
<p:notes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showMasterPhAnim="0" showMasterSp="0">
  <p:cSld>
    <p:spTree>
      <p:nvGrpSpPr>
        <p:cNvPr id="127" name="Shape 127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28" name="Google Shape;128;p7:notes"/>
          <p:cNvSpPr txBox="1"/>
          <p:nvPr>
            <p:ph idx="1" type="body"/>
          </p:nvPr>
        </p:nvSpPr>
        <p:spPr>
          <a:xfrm>
            <a:off x="685800" y="4400550"/>
            <a:ext cx="5486400" cy="3600450"/>
          </a:xfrm>
          <a:prstGeom prst="rect">
            <a:avLst/>
          </a:prstGeom>
        </p:spPr>
        <p:txBody>
          <a:bodyPr anchorCtr="0" anchor="t" bIns="45700" lIns="91425" spcFirstLastPara="1" rIns="91425" wrap="square" tIns="45700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  <p:sp>
        <p:nvSpPr>
          <p:cNvPr id="129" name="Google Shape;129;p7:notes"/>
          <p:cNvSpPr/>
          <p:nvPr>
            <p:ph idx="2" type="sldImg"/>
          </p:nvPr>
        </p:nvSpPr>
        <p:spPr>
          <a:xfrm>
            <a:off x="685800" y="1143000"/>
            <a:ext cx="5486400" cy="3086100"/>
          </a:xfrm>
          <a:custGeom>
            <a:rect b="b" l="l" r="r" t="t"/>
            <a:pathLst>
              <a:path extrusionOk="0" h="120000" w="12000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</p:spPr>
      </p:sp>
    </p:spTree>
  </p:cSld>
  <p:clrMapOvr>
    <a:masterClrMapping/>
  </p:clrMapOvr>
</p:notes>
</file>

<file path=ppt/notesSlides/notesSlide8.xml><?xml version="1.0" encoding="utf-8"?>
<p:notes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showMasterPhAnim="0" showMasterSp="0">
  <p:cSld>
    <p:spTree>
      <p:nvGrpSpPr>
        <p:cNvPr id="133" name="Shape 133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34" name="Google Shape;134;p8:notes"/>
          <p:cNvSpPr txBox="1"/>
          <p:nvPr>
            <p:ph idx="1" type="body"/>
          </p:nvPr>
        </p:nvSpPr>
        <p:spPr>
          <a:xfrm>
            <a:off x="685800" y="4400550"/>
            <a:ext cx="5486400" cy="3600450"/>
          </a:xfrm>
          <a:prstGeom prst="rect">
            <a:avLst/>
          </a:prstGeom>
        </p:spPr>
        <p:txBody>
          <a:bodyPr anchorCtr="0" anchor="t" bIns="45700" lIns="91425" spcFirstLastPara="1" rIns="91425" wrap="square" tIns="45700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  <p:sp>
        <p:nvSpPr>
          <p:cNvPr id="135" name="Google Shape;135;p8:notes"/>
          <p:cNvSpPr/>
          <p:nvPr>
            <p:ph idx="2" type="sldImg"/>
          </p:nvPr>
        </p:nvSpPr>
        <p:spPr>
          <a:xfrm>
            <a:off x="685800" y="1143000"/>
            <a:ext cx="5486400" cy="3086100"/>
          </a:xfrm>
          <a:custGeom>
            <a:rect b="b" l="l" r="r" t="t"/>
            <a:pathLst>
              <a:path extrusionOk="0" h="120000" w="12000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</p:spPr>
      </p:sp>
    </p:spTree>
  </p:cSld>
  <p:clrMapOvr>
    <a:masterClrMapping/>
  </p:clrMapOvr>
</p:notes>
</file>

<file path=ppt/notesSlides/notesSlide9.xml><?xml version="1.0" encoding="utf-8"?>
<p:notes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showMasterPhAnim="0" showMasterSp="0">
  <p:cSld>
    <p:spTree>
      <p:nvGrpSpPr>
        <p:cNvPr id="139" name="Shape 139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40" name="Google Shape;140;p9:notes"/>
          <p:cNvSpPr txBox="1"/>
          <p:nvPr>
            <p:ph idx="1" type="body"/>
          </p:nvPr>
        </p:nvSpPr>
        <p:spPr>
          <a:xfrm>
            <a:off x="685800" y="4400550"/>
            <a:ext cx="5486400" cy="3600450"/>
          </a:xfrm>
          <a:prstGeom prst="rect">
            <a:avLst/>
          </a:prstGeom>
        </p:spPr>
        <p:txBody>
          <a:bodyPr anchorCtr="0" anchor="t" bIns="45700" lIns="91425" spcFirstLastPara="1" rIns="91425" wrap="square" tIns="45700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  <p:sp>
        <p:nvSpPr>
          <p:cNvPr id="141" name="Google Shape;141;p9:notes"/>
          <p:cNvSpPr/>
          <p:nvPr>
            <p:ph idx="2" type="sldImg"/>
          </p:nvPr>
        </p:nvSpPr>
        <p:spPr>
          <a:xfrm>
            <a:off x="685800" y="1143000"/>
            <a:ext cx="5486400" cy="3086100"/>
          </a:xfrm>
          <a:custGeom>
            <a:rect b="b" l="l" r="r" t="t"/>
            <a:pathLst>
              <a:path extrusionOk="0" h="120000" w="12000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</p:spPr>
      </p:sp>
    </p:spTree>
  </p:cSld>
  <p:clrMapOvr>
    <a:masterClrMapping/>
  </p:clrMapOvr>
</p:notes>
</file>

<file path=ppt/notesSlides/notesSlide10.xml><?xml version="1.0" encoding="utf-8"?>
<p:notes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showMasterPhAnim="0" showMasterSp="0">
  <p:cSld>
    <p:spTree>
      <p:nvGrpSpPr>
        <p:cNvPr id="145" name="Shape 145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46" name="Google Shape;146;p10:notes"/>
          <p:cNvSpPr txBox="1"/>
          <p:nvPr>
            <p:ph idx="1" type="body"/>
          </p:nvPr>
        </p:nvSpPr>
        <p:spPr>
          <a:xfrm>
            <a:off x="685800" y="4400550"/>
            <a:ext cx="5486400" cy="3600450"/>
          </a:xfrm>
          <a:prstGeom prst="rect">
            <a:avLst/>
          </a:prstGeom>
        </p:spPr>
        <p:txBody>
          <a:bodyPr anchorCtr="0" anchor="t" bIns="45700" lIns="91425" spcFirstLastPara="1" rIns="91425" wrap="square" tIns="45700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  <p:sp>
        <p:nvSpPr>
          <p:cNvPr id="147" name="Google Shape;147;p10:notes"/>
          <p:cNvSpPr/>
          <p:nvPr>
            <p:ph idx="2" type="sldImg"/>
          </p:nvPr>
        </p:nvSpPr>
        <p:spPr>
          <a:xfrm>
            <a:off x="685800" y="1143000"/>
            <a:ext cx="5486400" cy="3086100"/>
          </a:xfrm>
          <a:custGeom>
            <a:rect b="b" l="l" r="r" t="t"/>
            <a:pathLst>
              <a:path extrusionOk="0" h="120000" w="12000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</p:spPr>
      </p:sp>
    </p:spTree>
  </p:cSld>
  <p:clrMapOvr>
    <a:masterClrMapping/>
  </p:clrMapOvr>
</p:notes>
</file>

<file path=ppt/notesSlides/notesSlide11.xml><?xml version="1.0" encoding="utf-8"?>
<p:notes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showMasterPhAnim="0" showMasterSp="0">
  <p:cSld>
    <p:spTree>
      <p:nvGrpSpPr>
        <p:cNvPr id="151" name="Shape 151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52" name="Google Shape;152;p11:notes"/>
          <p:cNvSpPr txBox="1"/>
          <p:nvPr>
            <p:ph idx="1" type="body"/>
          </p:nvPr>
        </p:nvSpPr>
        <p:spPr>
          <a:xfrm>
            <a:off x="685800" y="4400550"/>
            <a:ext cx="5486400" cy="3600450"/>
          </a:xfrm>
          <a:prstGeom prst="rect">
            <a:avLst/>
          </a:prstGeom>
        </p:spPr>
        <p:txBody>
          <a:bodyPr anchorCtr="0" anchor="t" bIns="45700" lIns="91425" spcFirstLastPara="1" rIns="91425" wrap="square" tIns="45700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  <p:sp>
        <p:nvSpPr>
          <p:cNvPr id="153" name="Google Shape;153;p11:notes"/>
          <p:cNvSpPr/>
          <p:nvPr>
            <p:ph idx="2" type="sldImg"/>
          </p:nvPr>
        </p:nvSpPr>
        <p:spPr>
          <a:xfrm>
            <a:off x="685800" y="1143000"/>
            <a:ext cx="5486400" cy="3086100"/>
          </a:xfrm>
          <a:custGeom>
            <a:rect b="b" l="l" r="r" t="t"/>
            <a:pathLst>
              <a:path extrusionOk="0" h="120000" w="12000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</p:spPr>
      </p:sp>
    </p:spTree>
  </p:cSld>
  <p:clrMapOvr>
    <a:masterClrMapping/>
  </p:clrMapOvr>
</p:notes>
</file>

<file path=ppt/notesSlides/notesSlide12.xml><?xml version="1.0" encoding="utf-8"?>
<p:notes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showMasterPhAnim="0" showMasterSp="0">
  <p:cSld>
    <p:spTree>
      <p:nvGrpSpPr>
        <p:cNvPr id="157" name="Shape 157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58" name="Google Shape;158;p12:notes"/>
          <p:cNvSpPr/>
          <p:nvPr>
            <p:ph idx="2" type="sldImg"/>
          </p:nvPr>
        </p:nvSpPr>
        <p:spPr>
          <a:xfrm>
            <a:off x="685800" y="1143000"/>
            <a:ext cx="5486400" cy="3086100"/>
          </a:xfrm>
          <a:custGeom>
            <a:rect b="b" l="l" r="r" t="t"/>
            <a:pathLst>
              <a:path extrusionOk="0" h="120000" w="12000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  <a:noFill/>
          <a:ln cap="flat" cmpd="sng" w="12700">
            <a:solidFill>
              <a:srgbClr val="000000"/>
            </a:solidFill>
            <a:prstDash val="solid"/>
            <a:round/>
            <a:headEnd len="sm" w="sm" type="none"/>
            <a:tailEnd len="sm" w="sm" type="none"/>
          </a:ln>
        </p:spPr>
      </p:sp>
      <p:sp>
        <p:nvSpPr>
          <p:cNvPr id="159" name="Google Shape;159;p12:notes"/>
          <p:cNvSpPr txBox="1"/>
          <p:nvPr>
            <p:ph idx="1" type="body"/>
          </p:nvPr>
        </p:nvSpPr>
        <p:spPr>
          <a:xfrm>
            <a:off x="685800" y="4400550"/>
            <a:ext cx="5486400" cy="3600450"/>
          </a:xfrm>
          <a:prstGeom prst="rect">
            <a:avLst/>
          </a:prstGeom>
          <a:noFill/>
          <a:ln>
            <a:noFill/>
          </a:ln>
        </p:spPr>
        <p:txBody>
          <a:bodyPr anchorCtr="0" anchor="t" bIns="45700" lIns="91425" spcFirstLastPara="1" rIns="91425" wrap="square" tIns="45700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rPr lang="en-US"/>
              <a:t>Closing slide. Add the Google Form URL and a contact email before sharing. Edition 2 organising team for reference: Language AI - Sourabh Tiwari, Gaurav, Sanjeeth Pothireddy, Gorang Maniar; PRISM - Binny Lakra, Prakhar Chandrakar, Vishu Kumar; Kick-off and mentors - Giridhar Jakki, Deepraj Prabhakar Patkar (Language AI), Srimanu Prasad Nagaraju, Ashish Kumar (Tech Strategy).</a:t>
            </a:r>
            <a:endParaRPr/>
          </a:p>
        </p:txBody>
      </p:sp>
      <p:sp>
        <p:nvSpPr>
          <p:cNvPr id="160" name="Google Shape;160;p12:notes"/>
          <p:cNvSpPr txBox="1"/>
          <p:nvPr>
            <p:ph idx="12" type="sldNum"/>
          </p:nvPr>
        </p:nvSpPr>
        <p:spPr>
          <a:xfrm>
            <a:off x="3884613" y="8685213"/>
            <a:ext cx="2971800" cy="458787"/>
          </a:xfrm>
          <a:prstGeom prst="rect">
            <a:avLst/>
          </a:prstGeom>
          <a:noFill/>
          <a:ln>
            <a:noFill/>
          </a:ln>
        </p:spPr>
        <p:txBody>
          <a:bodyPr anchorCtr="0" anchor="b" bIns="45700" lIns="91425" spcFirstLastPara="1" rIns="91425" wrap="square" tIns="45700">
            <a:noAutofit/>
          </a:bodyPr>
          <a:lstStyle/>
          <a:p>
            <a:pPr indent="0" lvl="0" marL="0" rtl="0" algn="r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en-US"/>
              <a:t>‹#›</a:t>
            </a:fld>
            <a:endParaRPr/>
          </a:p>
        </p:txBody>
      </p:sp>
    </p:spTree>
  </p:cSld>
  <p:clrMapOvr>
    <a:masterClrMapping/>
  </p:clrMapOvr>
</p:notes>
</file>

<file path=ppt/slideLayouts/_rels/slideLayout1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2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3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4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5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6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7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8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9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0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1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2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slideLayout1.xml><?xml version="1.0" encoding="utf-8"?>
<p:sldLayout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matchingName="DEFAULT">
  <p:cSld name="DEFAULT">
    <p:bg>
      <p:bgPr>
        <a:solidFill>
          <a:schemeClr val="lt1"/>
        </a:solidFill>
      </p:bgPr>
    </p:bg>
    <p:spTree>
      <p:nvGrpSpPr>
        <p:cNvPr id="15" name="Shape 15"/>
        <p:cNvGrpSpPr/>
        <p:nvPr/>
      </p:nvGrpSpPr>
      <p:grpSpPr>
        <a:xfrm>
          <a:off x="0" y="0"/>
          <a:ext cx="0" cy="0"/>
          <a:chOff x="0" y="0"/>
          <a:chExt cx="0" cy="0"/>
        </a:xfrm>
      </p:grpSpPr>
    </p:spTree>
  </p:cSld>
  <p:clrMapOvr>
    <a:masterClrMapping/>
  </p:clrMapOvr>
</p:sldLayout>
</file>

<file path=ppt/slideLayouts/slideLayout2.xml><?xml version="1.0" encoding="utf-8"?>
<p:sldLayout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matchingName="Title and Content" type="obj">
  <p:cSld name="OBJECT">
    <p:spTree>
      <p:nvGrpSpPr>
        <p:cNvPr id="16" name="Shape 16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7" name="Google Shape;17;p15"/>
          <p:cNvSpPr txBox="1"/>
          <p:nvPr>
            <p:ph type="title"/>
          </p:nvPr>
        </p:nvSpPr>
        <p:spPr>
          <a:xfrm>
            <a:off x="838200" y="365125"/>
            <a:ext cx="10515600" cy="1325563"/>
          </a:xfrm>
          <a:prstGeom prst="rect">
            <a:avLst/>
          </a:prstGeom>
          <a:noFill/>
          <a:ln>
            <a:noFill/>
          </a:ln>
        </p:spPr>
        <p:txBody>
          <a:bodyPr anchorCtr="0" anchor="ctr" bIns="45700" lIns="91425" spcFirstLastPara="1" rIns="91425" wrap="square" tIns="45700">
            <a:normAutofit/>
          </a:bodyPr>
          <a:lstStyle>
            <a:lvl1pPr lvl="0" algn="l">
              <a:lnSpc>
                <a:spcPct val="9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800"/>
              <a:buNone/>
              <a:defRPr/>
            </a:lvl1pPr>
            <a:lvl2pPr lvl="1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2pPr>
            <a:lvl3pPr lvl="2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3pPr>
            <a:lvl4pPr lvl="3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4pPr>
            <a:lvl5pPr lvl="4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5pPr>
            <a:lvl6pPr lvl="5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6pPr>
            <a:lvl7pPr lvl="6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7pPr>
            <a:lvl8pPr lvl="7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8pPr>
            <a:lvl9pPr lvl="8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9pPr>
          </a:lstStyle>
          <a:p/>
        </p:txBody>
      </p:sp>
      <p:sp>
        <p:nvSpPr>
          <p:cNvPr id="18" name="Google Shape;18;p15"/>
          <p:cNvSpPr txBox="1"/>
          <p:nvPr>
            <p:ph idx="1" type="body"/>
          </p:nvPr>
        </p:nvSpPr>
        <p:spPr>
          <a:xfrm>
            <a:off x="838200" y="1825625"/>
            <a:ext cx="10515600" cy="4351338"/>
          </a:xfrm>
          <a:prstGeom prst="rect">
            <a:avLst/>
          </a:prstGeom>
          <a:noFill/>
          <a:ln>
            <a:noFill/>
          </a:ln>
        </p:spPr>
        <p:txBody>
          <a:bodyPr anchorCtr="0" anchor="t" bIns="45700" lIns="91425" spcFirstLastPara="1" rIns="91425" wrap="square" tIns="45700">
            <a:normAutofit/>
          </a:bodyPr>
          <a:lstStyle>
            <a:lvl1pPr indent="-342900" lvl="0" marL="457200" algn="l">
              <a:lnSpc>
                <a:spcPct val="90000"/>
              </a:lnSpc>
              <a:spcBef>
                <a:spcPts val="100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1pPr>
            <a:lvl2pPr indent="-342900" lvl="1" marL="9144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2pPr>
            <a:lvl3pPr indent="-342900" lvl="2" marL="13716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3pPr>
            <a:lvl4pPr indent="-342900" lvl="3" marL="18288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4pPr>
            <a:lvl5pPr indent="-342900" lvl="4" marL="22860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5pPr>
            <a:lvl6pPr indent="-342900" lvl="5" marL="27432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6pPr>
            <a:lvl7pPr indent="-342900" lvl="6" marL="32004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7pPr>
            <a:lvl8pPr indent="-342900" lvl="7" marL="36576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8pPr>
            <a:lvl9pPr indent="-342900" lvl="8" marL="41148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9pPr>
          </a:lstStyle>
          <a:p/>
        </p:txBody>
      </p:sp>
      <p:sp>
        <p:nvSpPr>
          <p:cNvPr id="19" name="Google Shape;19;p15"/>
          <p:cNvSpPr txBox="1"/>
          <p:nvPr>
            <p:ph idx="10" type="dt"/>
          </p:nvPr>
        </p:nvSpPr>
        <p:spPr>
          <a:xfrm>
            <a:off x="838200" y="6356350"/>
            <a:ext cx="2743200" cy="365125"/>
          </a:xfrm>
          <a:prstGeom prst="rect">
            <a:avLst/>
          </a:prstGeom>
          <a:noFill/>
          <a:ln>
            <a:noFill/>
          </a:ln>
        </p:spPr>
        <p:txBody>
          <a:bodyPr anchorCtr="0" anchor="ctr" bIns="45700" lIns="91425" spcFirstLastPara="1" rIns="91425" wrap="square" tIns="45700">
            <a:noAutofit/>
          </a:bodyPr>
          <a:lstStyle>
            <a:lvl1pPr lvl="0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1pPr>
            <a:lvl2pPr lvl="1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2pPr>
            <a:lvl3pPr lvl="2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3pPr>
            <a:lvl4pPr lvl="3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4pPr>
            <a:lvl5pPr lvl="4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5pPr>
            <a:lvl6pPr lvl="5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6pPr>
            <a:lvl7pPr lvl="6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7pPr>
            <a:lvl8pPr lvl="7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8pPr>
            <a:lvl9pPr lvl="8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9pPr>
          </a:lstStyle>
          <a:p/>
        </p:txBody>
      </p:sp>
      <p:sp>
        <p:nvSpPr>
          <p:cNvPr id="20" name="Google Shape;20;p15"/>
          <p:cNvSpPr txBox="1"/>
          <p:nvPr>
            <p:ph idx="11" type="ftr"/>
          </p:nvPr>
        </p:nvSpPr>
        <p:spPr>
          <a:xfrm>
            <a:off x="4038600" y="6356350"/>
            <a:ext cx="4114800" cy="365125"/>
          </a:xfrm>
          <a:prstGeom prst="rect">
            <a:avLst/>
          </a:prstGeom>
          <a:noFill/>
          <a:ln>
            <a:noFill/>
          </a:ln>
        </p:spPr>
        <p:txBody>
          <a:bodyPr anchorCtr="0" anchor="ctr" bIns="45700" lIns="91425" spcFirstLastPara="1" rIns="91425" wrap="square" tIns="45700">
            <a:noAutofit/>
          </a:bodyPr>
          <a:lstStyle>
            <a:lvl1pPr lvl="0" algn="ctr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1pPr>
            <a:lvl2pPr lvl="1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2pPr>
            <a:lvl3pPr lvl="2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3pPr>
            <a:lvl4pPr lvl="3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4pPr>
            <a:lvl5pPr lvl="4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5pPr>
            <a:lvl6pPr lvl="5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6pPr>
            <a:lvl7pPr lvl="6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7pPr>
            <a:lvl8pPr lvl="7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8pPr>
            <a:lvl9pPr lvl="8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9pPr>
          </a:lstStyle>
          <a:p/>
        </p:txBody>
      </p:sp>
      <p:sp>
        <p:nvSpPr>
          <p:cNvPr id="21" name="Google Shape;21;p15"/>
          <p:cNvSpPr txBox="1"/>
          <p:nvPr>
            <p:ph idx="12" type="sldNum"/>
          </p:nvPr>
        </p:nvSpPr>
        <p:spPr>
          <a:xfrm>
            <a:off x="8610600" y="6356350"/>
            <a:ext cx="2743200" cy="365125"/>
          </a:xfrm>
          <a:prstGeom prst="rect">
            <a:avLst/>
          </a:prstGeom>
          <a:noFill/>
          <a:ln>
            <a:noFill/>
          </a:ln>
        </p:spPr>
        <p:txBody>
          <a:bodyPr anchorCtr="0" anchor="ctr" bIns="45700" lIns="91425" spcFirstLastPara="1" rIns="91425" wrap="square" tIns="45700">
            <a:noAutofit/>
          </a:bodyPr>
          <a:lstStyle>
            <a:lvl1pPr indent="0" lvl="0" marL="0" algn="r">
              <a:spcBef>
                <a:spcPts val="0"/>
              </a:spcBef>
              <a:buNone/>
              <a:defRPr/>
            </a:lvl1pPr>
            <a:lvl2pPr indent="0" lvl="1" marL="0" algn="r">
              <a:spcBef>
                <a:spcPts val="0"/>
              </a:spcBef>
              <a:buNone/>
              <a:defRPr/>
            </a:lvl2pPr>
            <a:lvl3pPr indent="0" lvl="2" marL="0" algn="r">
              <a:spcBef>
                <a:spcPts val="0"/>
              </a:spcBef>
              <a:buNone/>
              <a:defRPr/>
            </a:lvl3pPr>
            <a:lvl4pPr indent="0" lvl="3" marL="0" algn="r">
              <a:spcBef>
                <a:spcPts val="0"/>
              </a:spcBef>
              <a:buNone/>
              <a:defRPr/>
            </a:lvl4pPr>
            <a:lvl5pPr indent="0" lvl="4" marL="0" algn="r">
              <a:spcBef>
                <a:spcPts val="0"/>
              </a:spcBef>
              <a:buNone/>
              <a:defRPr/>
            </a:lvl5pPr>
            <a:lvl6pPr indent="0" lvl="5" marL="0" algn="r">
              <a:spcBef>
                <a:spcPts val="0"/>
              </a:spcBef>
              <a:buNone/>
              <a:defRPr/>
            </a:lvl6pPr>
            <a:lvl7pPr indent="0" lvl="6" marL="0" algn="r">
              <a:spcBef>
                <a:spcPts val="0"/>
              </a:spcBef>
              <a:buNone/>
              <a:defRPr/>
            </a:lvl7pPr>
            <a:lvl8pPr indent="0" lvl="7" marL="0" algn="r">
              <a:spcBef>
                <a:spcPts val="0"/>
              </a:spcBef>
              <a:buNone/>
              <a:defRPr/>
            </a:lvl8pPr>
            <a:lvl9pPr indent="0" lvl="8" marL="0" algn="r">
              <a:spcBef>
                <a:spcPts val="0"/>
              </a:spcBef>
              <a:buNone/>
              <a:defRPr/>
            </a:lvl9pPr>
          </a:lstStyle>
          <a:p>
            <a:pPr indent="0" lvl="0" marL="0" rtl="0" algn="r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en-US"/>
              <a:t>‹#›</a:t>
            </a:fld>
            <a:endParaRPr/>
          </a:p>
        </p:txBody>
      </p:sp>
    </p:spTree>
  </p:cSld>
  <p:clrMapOvr>
    <a:masterClrMapping/>
  </p:clrMapOvr>
</p:sldLayout>
</file>

<file path=ppt/slideLayouts/slideLayout3.xml><?xml version="1.0" encoding="utf-8"?>
<p:sldLayout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matchingName="Title Slide" type="title">
  <p:cSld name="TITLE">
    <p:spTree>
      <p:nvGrpSpPr>
        <p:cNvPr id="22" name="Shape 22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3" name="Google Shape;23;p16"/>
          <p:cNvSpPr txBox="1"/>
          <p:nvPr>
            <p:ph type="ctrTitle"/>
          </p:nvPr>
        </p:nvSpPr>
        <p:spPr>
          <a:xfrm>
            <a:off x="1524000" y="1122363"/>
            <a:ext cx="9144000" cy="2387600"/>
          </a:xfrm>
          <a:prstGeom prst="rect">
            <a:avLst/>
          </a:prstGeom>
          <a:noFill/>
          <a:ln>
            <a:noFill/>
          </a:ln>
        </p:spPr>
        <p:txBody>
          <a:bodyPr anchorCtr="0" anchor="b" bIns="45700" lIns="91425" spcFirstLastPara="1" rIns="91425" wrap="square" tIns="45700">
            <a:normAutofit/>
          </a:bodyPr>
          <a:lstStyle>
            <a:lvl1pPr lvl="0" algn="ctr">
              <a:lnSpc>
                <a:spcPct val="9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6000"/>
              <a:buFont typeface="Calibri"/>
              <a:buNone/>
              <a:defRPr sz="6000"/>
            </a:lvl1pPr>
            <a:lvl2pPr lvl="1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2pPr>
            <a:lvl3pPr lvl="2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3pPr>
            <a:lvl4pPr lvl="3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4pPr>
            <a:lvl5pPr lvl="4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5pPr>
            <a:lvl6pPr lvl="5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6pPr>
            <a:lvl7pPr lvl="6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7pPr>
            <a:lvl8pPr lvl="7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8pPr>
            <a:lvl9pPr lvl="8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9pPr>
          </a:lstStyle>
          <a:p/>
        </p:txBody>
      </p:sp>
      <p:sp>
        <p:nvSpPr>
          <p:cNvPr id="24" name="Google Shape;24;p16"/>
          <p:cNvSpPr txBox="1"/>
          <p:nvPr>
            <p:ph idx="1" type="subTitle"/>
          </p:nvPr>
        </p:nvSpPr>
        <p:spPr>
          <a:xfrm>
            <a:off x="1524000" y="3602038"/>
            <a:ext cx="9144000" cy="1655762"/>
          </a:xfrm>
          <a:prstGeom prst="rect">
            <a:avLst/>
          </a:prstGeom>
          <a:noFill/>
          <a:ln>
            <a:noFill/>
          </a:ln>
        </p:spPr>
        <p:txBody>
          <a:bodyPr anchorCtr="0" anchor="t" bIns="45700" lIns="91425" spcFirstLastPara="1" rIns="91425" wrap="square" tIns="45700">
            <a:normAutofit/>
          </a:bodyPr>
          <a:lstStyle>
            <a:lvl1pPr lvl="0" algn="ctr">
              <a:lnSpc>
                <a:spcPct val="90000"/>
              </a:lnSpc>
              <a:spcBef>
                <a:spcPts val="1000"/>
              </a:spcBef>
              <a:spcAft>
                <a:spcPts val="0"/>
              </a:spcAft>
              <a:buClr>
                <a:schemeClr val="dk1"/>
              </a:buClr>
              <a:buSzPts val="2400"/>
              <a:buNone/>
              <a:defRPr sz="2400"/>
            </a:lvl1pPr>
            <a:lvl2pPr lvl="1" algn="ctr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2000"/>
              <a:buNone/>
              <a:defRPr sz="2000"/>
            </a:lvl2pPr>
            <a:lvl3pPr lvl="2" algn="ctr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800"/>
              <a:buNone/>
              <a:defRPr sz="1800"/>
            </a:lvl3pPr>
            <a:lvl4pPr lvl="3" algn="ctr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600"/>
              <a:buNone/>
              <a:defRPr sz="1600"/>
            </a:lvl4pPr>
            <a:lvl5pPr lvl="4" algn="ctr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600"/>
              <a:buNone/>
              <a:defRPr sz="1600"/>
            </a:lvl5pPr>
            <a:lvl6pPr lvl="5" algn="ctr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600"/>
              <a:buNone/>
              <a:defRPr sz="1600"/>
            </a:lvl6pPr>
            <a:lvl7pPr lvl="6" algn="ctr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600"/>
              <a:buNone/>
              <a:defRPr sz="1600"/>
            </a:lvl7pPr>
            <a:lvl8pPr lvl="7" algn="ctr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600"/>
              <a:buNone/>
              <a:defRPr sz="1600"/>
            </a:lvl8pPr>
            <a:lvl9pPr lvl="8" algn="ctr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600"/>
              <a:buNone/>
              <a:defRPr sz="1600"/>
            </a:lvl9pPr>
          </a:lstStyle>
          <a:p/>
        </p:txBody>
      </p:sp>
      <p:sp>
        <p:nvSpPr>
          <p:cNvPr id="25" name="Google Shape;25;p16"/>
          <p:cNvSpPr txBox="1"/>
          <p:nvPr>
            <p:ph idx="10" type="dt"/>
          </p:nvPr>
        </p:nvSpPr>
        <p:spPr>
          <a:xfrm>
            <a:off x="838200" y="6356350"/>
            <a:ext cx="2743200" cy="365125"/>
          </a:xfrm>
          <a:prstGeom prst="rect">
            <a:avLst/>
          </a:prstGeom>
          <a:noFill/>
          <a:ln>
            <a:noFill/>
          </a:ln>
        </p:spPr>
        <p:txBody>
          <a:bodyPr anchorCtr="0" anchor="ctr" bIns="45700" lIns="91425" spcFirstLastPara="1" rIns="91425" wrap="square" tIns="45700">
            <a:noAutofit/>
          </a:bodyPr>
          <a:lstStyle>
            <a:lvl1pPr lvl="0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1pPr>
            <a:lvl2pPr lvl="1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2pPr>
            <a:lvl3pPr lvl="2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3pPr>
            <a:lvl4pPr lvl="3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4pPr>
            <a:lvl5pPr lvl="4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5pPr>
            <a:lvl6pPr lvl="5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6pPr>
            <a:lvl7pPr lvl="6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7pPr>
            <a:lvl8pPr lvl="7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8pPr>
            <a:lvl9pPr lvl="8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9pPr>
          </a:lstStyle>
          <a:p/>
        </p:txBody>
      </p:sp>
      <p:sp>
        <p:nvSpPr>
          <p:cNvPr id="26" name="Google Shape;26;p16"/>
          <p:cNvSpPr txBox="1"/>
          <p:nvPr>
            <p:ph idx="11" type="ftr"/>
          </p:nvPr>
        </p:nvSpPr>
        <p:spPr>
          <a:xfrm>
            <a:off x="4038600" y="6356350"/>
            <a:ext cx="4114800" cy="365125"/>
          </a:xfrm>
          <a:prstGeom prst="rect">
            <a:avLst/>
          </a:prstGeom>
          <a:noFill/>
          <a:ln>
            <a:noFill/>
          </a:ln>
        </p:spPr>
        <p:txBody>
          <a:bodyPr anchorCtr="0" anchor="ctr" bIns="45700" lIns="91425" spcFirstLastPara="1" rIns="91425" wrap="square" tIns="45700">
            <a:noAutofit/>
          </a:bodyPr>
          <a:lstStyle>
            <a:lvl1pPr lvl="0" algn="ctr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1pPr>
            <a:lvl2pPr lvl="1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2pPr>
            <a:lvl3pPr lvl="2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3pPr>
            <a:lvl4pPr lvl="3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4pPr>
            <a:lvl5pPr lvl="4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5pPr>
            <a:lvl6pPr lvl="5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6pPr>
            <a:lvl7pPr lvl="6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7pPr>
            <a:lvl8pPr lvl="7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8pPr>
            <a:lvl9pPr lvl="8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9pPr>
          </a:lstStyle>
          <a:p/>
        </p:txBody>
      </p:sp>
      <p:sp>
        <p:nvSpPr>
          <p:cNvPr id="27" name="Google Shape;27;p16"/>
          <p:cNvSpPr txBox="1"/>
          <p:nvPr>
            <p:ph idx="12" type="sldNum"/>
          </p:nvPr>
        </p:nvSpPr>
        <p:spPr>
          <a:xfrm>
            <a:off x="8610600" y="6356350"/>
            <a:ext cx="2743200" cy="365125"/>
          </a:xfrm>
          <a:prstGeom prst="rect">
            <a:avLst/>
          </a:prstGeom>
          <a:noFill/>
          <a:ln>
            <a:noFill/>
          </a:ln>
        </p:spPr>
        <p:txBody>
          <a:bodyPr anchorCtr="0" anchor="ctr" bIns="45700" lIns="91425" spcFirstLastPara="1" rIns="91425" wrap="square" tIns="45700">
            <a:noAutofit/>
          </a:bodyPr>
          <a:lstStyle>
            <a:lvl1pPr indent="0" lvl="0" marL="0" algn="r">
              <a:spcBef>
                <a:spcPts val="0"/>
              </a:spcBef>
              <a:buNone/>
              <a:defRPr/>
            </a:lvl1pPr>
            <a:lvl2pPr indent="0" lvl="1" marL="0" algn="r">
              <a:spcBef>
                <a:spcPts val="0"/>
              </a:spcBef>
              <a:buNone/>
              <a:defRPr/>
            </a:lvl2pPr>
            <a:lvl3pPr indent="0" lvl="2" marL="0" algn="r">
              <a:spcBef>
                <a:spcPts val="0"/>
              </a:spcBef>
              <a:buNone/>
              <a:defRPr/>
            </a:lvl3pPr>
            <a:lvl4pPr indent="0" lvl="3" marL="0" algn="r">
              <a:spcBef>
                <a:spcPts val="0"/>
              </a:spcBef>
              <a:buNone/>
              <a:defRPr/>
            </a:lvl4pPr>
            <a:lvl5pPr indent="0" lvl="4" marL="0" algn="r">
              <a:spcBef>
                <a:spcPts val="0"/>
              </a:spcBef>
              <a:buNone/>
              <a:defRPr/>
            </a:lvl5pPr>
            <a:lvl6pPr indent="0" lvl="5" marL="0" algn="r">
              <a:spcBef>
                <a:spcPts val="0"/>
              </a:spcBef>
              <a:buNone/>
              <a:defRPr/>
            </a:lvl6pPr>
            <a:lvl7pPr indent="0" lvl="6" marL="0" algn="r">
              <a:spcBef>
                <a:spcPts val="0"/>
              </a:spcBef>
              <a:buNone/>
              <a:defRPr/>
            </a:lvl7pPr>
            <a:lvl8pPr indent="0" lvl="7" marL="0" algn="r">
              <a:spcBef>
                <a:spcPts val="0"/>
              </a:spcBef>
              <a:buNone/>
              <a:defRPr/>
            </a:lvl8pPr>
            <a:lvl9pPr indent="0" lvl="8" marL="0" algn="r">
              <a:spcBef>
                <a:spcPts val="0"/>
              </a:spcBef>
              <a:buNone/>
              <a:defRPr/>
            </a:lvl9pPr>
          </a:lstStyle>
          <a:p>
            <a:pPr indent="0" lvl="0" marL="0" rtl="0" algn="r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en-US"/>
              <a:t>‹#›</a:t>
            </a:fld>
            <a:endParaRPr/>
          </a:p>
        </p:txBody>
      </p:sp>
    </p:spTree>
  </p:cSld>
  <p:clrMapOvr>
    <a:masterClrMapping/>
  </p:clrMapOvr>
</p:sldLayout>
</file>

<file path=ppt/slideLayouts/slideLayout4.xml><?xml version="1.0" encoding="utf-8"?>
<p:sldLayout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matchingName="Section Header" type="secHead">
  <p:cSld name="SECTION_HEADER">
    <p:spTree>
      <p:nvGrpSpPr>
        <p:cNvPr id="28" name="Shape 28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9" name="Google Shape;29;p17"/>
          <p:cNvSpPr txBox="1"/>
          <p:nvPr>
            <p:ph type="title"/>
          </p:nvPr>
        </p:nvSpPr>
        <p:spPr>
          <a:xfrm>
            <a:off x="831850" y="1709738"/>
            <a:ext cx="10515600" cy="2852737"/>
          </a:xfrm>
          <a:prstGeom prst="rect">
            <a:avLst/>
          </a:prstGeom>
          <a:noFill/>
          <a:ln>
            <a:noFill/>
          </a:ln>
        </p:spPr>
        <p:txBody>
          <a:bodyPr anchorCtr="0" anchor="b" bIns="45700" lIns="91425" spcFirstLastPara="1" rIns="91425" wrap="square" tIns="45700">
            <a:normAutofit/>
          </a:bodyPr>
          <a:lstStyle>
            <a:lvl1pPr lvl="0" algn="l">
              <a:lnSpc>
                <a:spcPct val="9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6000"/>
              <a:buFont typeface="Calibri"/>
              <a:buNone/>
              <a:defRPr sz="6000"/>
            </a:lvl1pPr>
            <a:lvl2pPr lvl="1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2pPr>
            <a:lvl3pPr lvl="2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3pPr>
            <a:lvl4pPr lvl="3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4pPr>
            <a:lvl5pPr lvl="4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5pPr>
            <a:lvl6pPr lvl="5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6pPr>
            <a:lvl7pPr lvl="6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7pPr>
            <a:lvl8pPr lvl="7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8pPr>
            <a:lvl9pPr lvl="8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9pPr>
          </a:lstStyle>
          <a:p/>
        </p:txBody>
      </p:sp>
      <p:sp>
        <p:nvSpPr>
          <p:cNvPr id="30" name="Google Shape;30;p17"/>
          <p:cNvSpPr txBox="1"/>
          <p:nvPr>
            <p:ph idx="1" type="body"/>
          </p:nvPr>
        </p:nvSpPr>
        <p:spPr>
          <a:xfrm>
            <a:off x="831850" y="4589463"/>
            <a:ext cx="10515600" cy="1500187"/>
          </a:xfrm>
          <a:prstGeom prst="rect">
            <a:avLst/>
          </a:prstGeom>
          <a:noFill/>
          <a:ln>
            <a:noFill/>
          </a:ln>
        </p:spPr>
        <p:txBody>
          <a:bodyPr anchorCtr="0" anchor="t" bIns="45700" lIns="91425" spcFirstLastPara="1" rIns="91425" wrap="square" tIns="45700">
            <a:normAutofit/>
          </a:bodyPr>
          <a:lstStyle>
            <a:lvl1pPr indent="-228600" lvl="0" marL="457200" algn="l">
              <a:lnSpc>
                <a:spcPct val="90000"/>
              </a:lnSpc>
              <a:spcBef>
                <a:spcPts val="1000"/>
              </a:spcBef>
              <a:spcAft>
                <a:spcPts val="0"/>
              </a:spcAft>
              <a:buClr>
                <a:srgbClr val="888888"/>
              </a:buClr>
              <a:buSzPts val="2400"/>
              <a:buNone/>
              <a:defRPr sz="2400">
                <a:solidFill>
                  <a:srgbClr val="888888"/>
                </a:solidFill>
              </a:defRPr>
            </a:lvl1pPr>
            <a:lvl2pPr indent="-228600" lvl="1" marL="9144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rgbClr val="888888"/>
              </a:buClr>
              <a:buSzPts val="2000"/>
              <a:buNone/>
              <a:defRPr sz="2000">
                <a:solidFill>
                  <a:srgbClr val="888888"/>
                </a:solidFill>
              </a:defRPr>
            </a:lvl2pPr>
            <a:lvl3pPr indent="-228600" lvl="2" marL="13716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rgbClr val="888888"/>
              </a:buClr>
              <a:buSzPts val="1800"/>
              <a:buNone/>
              <a:defRPr sz="1800">
                <a:solidFill>
                  <a:srgbClr val="888888"/>
                </a:solidFill>
              </a:defRPr>
            </a:lvl3pPr>
            <a:lvl4pPr indent="-228600" lvl="3" marL="18288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rgbClr val="888888"/>
              </a:buClr>
              <a:buSzPts val="1600"/>
              <a:buNone/>
              <a:defRPr sz="1600">
                <a:solidFill>
                  <a:srgbClr val="888888"/>
                </a:solidFill>
              </a:defRPr>
            </a:lvl4pPr>
            <a:lvl5pPr indent="-228600" lvl="4" marL="22860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rgbClr val="888888"/>
              </a:buClr>
              <a:buSzPts val="1600"/>
              <a:buNone/>
              <a:defRPr sz="1600">
                <a:solidFill>
                  <a:srgbClr val="888888"/>
                </a:solidFill>
              </a:defRPr>
            </a:lvl5pPr>
            <a:lvl6pPr indent="-228600" lvl="5" marL="27432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rgbClr val="888888"/>
              </a:buClr>
              <a:buSzPts val="1600"/>
              <a:buNone/>
              <a:defRPr sz="1600">
                <a:solidFill>
                  <a:srgbClr val="888888"/>
                </a:solidFill>
              </a:defRPr>
            </a:lvl6pPr>
            <a:lvl7pPr indent="-228600" lvl="6" marL="32004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rgbClr val="888888"/>
              </a:buClr>
              <a:buSzPts val="1600"/>
              <a:buNone/>
              <a:defRPr sz="1600">
                <a:solidFill>
                  <a:srgbClr val="888888"/>
                </a:solidFill>
              </a:defRPr>
            </a:lvl7pPr>
            <a:lvl8pPr indent="-228600" lvl="7" marL="36576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rgbClr val="888888"/>
              </a:buClr>
              <a:buSzPts val="1600"/>
              <a:buNone/>
              <a:defRPr sz="1600">
                <a:solidFill>
                  <a:srgbClr val="888888"/>
                </a:solidFill>
              </a:defRPr>
            </a:lvl8pPr>
            <a:lvl9pPr indent="-228600" lvl="8" marL="41148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rgbClr val="888888"/>
              </a:buClr>
              <a:buSzPts val="1600"/>
              <a:buNone/>
              <a:defRPr sz="1600">
                <a:solidFill>
                  <a:srgbClr val="888888"/>
                </a:solidFill>
              </a:defRPr>
            </a:lvl9pPr>
          </a:lstStyle>
          <a:p/>
        </p:txBody>
      </p:sp>
      <p:sp>
        <p:nvSpPr>
          <p:cNvPr id="31" name="Google Shape;31;p17"/>
          <p:cNvSpPr txBox="1"/>
          <p:nvPr>
            <p:ph idx="10" type="dt"/>
          </p:nvPr>
        </p:nvSpPr>
        <p:spPr>
          <a:xfrm>
            <a:off x="838200" y="6356350"/>
            <a:ext cx="2743200" cy="365125"/>
          </a:xfrm>
          <a:prstGeom prst="rect">
            <a:avLst/>
          </a:prstGeom>
          <a:noFill/>
          <a:ln>
            <a:noFill/>
          </a:ln>
        </p:spPr>
        <p:txBody>
          <a:bodyPr anchorCtr="0" anchor="ctr" bIns="45700" lIns="91425" spcFirstLastPara="1" rIns="91425" wrap="square" tIns="45700">
            <a:noAutofit/>
          </a:bodyPr>
          <a:lstStyle>
            <a:lvl1pPr lvl="0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1pPr>
            <a:lvl2pPr lvl="1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2pPr>
            <a:lvl3pPr lvl="2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3pPr>
            <a:lvl4pPr lvl="3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4pPr>
            <a:lvl5pPr lvl="4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5pPr>
            <a:lvl6pPr lvl="5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6pPr>
            <a:lvl7pPr lvl="6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7pPr>
            <a:lvl8pPr lvl="7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8pPr>
            <a:lvl9pPr lvl="8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9pPr>
          </a:lstStyle>
          <a:p/>
        </p:txBody>
      </p:sp>
      <p:sp>
        <p:nvSpPr>
          <p:cNvPr id="32" name="Google Shape;32;p17"/>
          <p:cNvSpPr txBox="1"/>
          <p:nvPr>
            <p:ph idx="11" type="ftr"/>
          </p:nvPr>
        </p:nvSpPr>
        <p:spPr>
          <a:xfrm>
            <a:off x="4038600" y="6356350"/>
            <a:ext cx="4114800" cy="365125"/>
          </a:xfrm>
          <a:prstGeom prst="rect">
            <a:avLst/>
          </a:prstGeom>
          <a:noFill/>
          <a:ln>
            <a:noFill/>
          </a:ln>
        </p:spPr>
        <p:txBody>
          <a:bodyPr anchorCtr="0" anchor="ctr" bIns="45700" lIns="91425" spcFirstLastPara="1" rIns="91425" wrap="square" tIns="45700">
            <a:noAutofit/>
          </a:bodyPr>
          <a:lstStyle>
            <a:lvl1pPr lvl="0" algn="ctr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1pPr>
            <a:lvl2pPr lvl="1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2pPr>
            <a:lvl3pPr lvl="2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3pPr>
            <a:lvl4pPr lvl="3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4pPr>
            <a:lvl5pPr lvl="4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5pPr>
            <a:lvl6pPr lvl="5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6pPr>
            <a:lvl7pPr lvl="6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7pPr>
            <a:lvl8pPr lvl="7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8pPr>
            <a:lvl9pPr lvl="8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9pPr>
          </a:lstStyle>
          <a:p/>
        </p:txBody>
      </p:sp>
      <p:sp>
        <p:nvSpPr>
          <p:cNvPr id="33" name="Google Shape;33;p17"/>
          <p:cNvSpPr txBox="1"/>
          <p:nvPr>
            <p:ph idx="12" type="sldNum"/>
          </p:nvPr>
        </p:nvSpPr>
        <p:spPr>
          <a:xfrm>
            <a:off x="8610600" y="6356350"/>
            <a:ext cx="2743200" cy="365125"/>
          </a:xfrm>
          <a:prstGeom prst="rect">
            <a:avLst/>
          </a:prstGeom>
          <a:noFill/>
          <a:ln>
            <a:noFill/>
          </a:ln>
        </p:spPr>
        <p:txBody>
          <a:bodyPr anchorCtr="0" anchor="ctr" bIns="45700" lIns="91425" spcFirstLastPara="1" rIns="91425" wrap="square" tIns="45700">
            <a:noAutofit/>
          </a:bodyPr>
          <a:lstStyle>
            <a:lvl1pPr indent="0" lvl="0" marL="0" algn="r">
              <a:spcBef>
                <a:spcPts val="0"/>
              </a:spcBef>
              <a:buNone/>
              <a:defRPr/>
            </a:lvl1pPr>
            <a:lvl2pPr indent="0" lvl="1" marL="0" algn="r">
              <a:spcBef>
                <a:spcPts val="0"/>
              </a:spcBef>
              <a:buNone/>
              <a:defRPr/>
            </a:lvl2pPr>
            <a:lvl3pPr indent="0" lvl="2" marL="0" algn="r">
              <a:spcBef>
                <a:spcPts val="0"/>
              </a:spcBef>
              <a:buNone/>
              <a:defRPr/>
            </a:lvl3pPr>
            <a:lvl4pPr indent="0" lvl="3" marL="0" algn="r">
              <a:spcBef>
                <a:spcPts val="0"/>
              </a:spcBef>
              <a:buNone/>
              <a:defRPr/>
            </a:lvl4pPr>
            <a:lvl5pPr indent="0" lvl="4" marL="0" algn="r">
              <a:spcBef>
                <a:spcPts val="0"/>
              </a:spcBef>
              <a:buNone/>
              <a:defRPr/>
            </a:lvl5pPr>
            <a:lvl6pPr indent="0" lvl="5" marL="0" algn="r">
              <a:spcBef>
                <a:spcPts val="0"/>
              </a:spcBef>
              <a:buNone/>
              <a:defRPr/>
            </a:lvl6pPr>
            <a:lvl7pPr indent="0" lvl="6" marL="0" algn="r">
              <a:spcBef>
                <a:spcPts val="0"/>
              </a:spcBef>
              <a:buNone/>
              <a:defRPr/>
            </a:lvl7pPr>
            <a:lvl8pPr indent="0" lvl="7" marL="0" algn="r">
              <a:spcBef>
                <a:spcPts val="0"/>
              </a:spcBef>
              <a:buNone/>
              <a:defRPr/>
            </a:lvl8pPr>
            <a:lvl9pPr indent="0" lvl="8" marL="0" algn="r">
              <a:spcBef>
                <a:spcPts val="0"/>
              </a:spcBef>
              <a:buNone/>
              <a:defRPr/>
            </a:lvl9pPr>
          </a:lstStyle>
          <a:p>
            <a:pPr indent="0" lvl="0" marL="0" rtl="0" algn="r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en-US"/>
              <a:t>‹#›</a:t>
            </a:fld>
            <a:endParaRPr/>
          </a:p>
        </p:txBody>
      </p:sp>
    </p:spTree>
  </p:cSld>
  <p:clrMapOvr>
    <a:masterClrMapping/>
  </p:clrMapOvr>
</p:sldLayout>
</file>

<file path=ppt/slideLayouts/slideLayout5.xml><?xml version="1.0" encoding="utf-8"?>
<p:sldLayout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matchingName="Two Content" type="twoObj">
  <p:cSld name="TWO_OBJECTS">
    <p:spTree>
      <p:nvGrpSpPr>
        <p:cNvPr id="34" name="Shape 34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5" name="Google Shape;35;p18"/>
          <p:cNvSpPr txBox="1"/>
          <p:nvPr>
            <p:ph type="title"/>
          </p:nvPr>
        </p:nvSpPr>
        <p:spPr>
          <a:xfrm>
            <a:off x="838200" y="365125"/>
            <a:ext cx="10515600" cy="1325563"/>
          </a:xfrm>
          <a:prstGeom prst="rect">
            <a:avLst/>
          </a:prstGeom>
          <a:noFill/>
          <a:ln>
            <a:noFill/>
          </a:ln>
        </p:spPr>
        <p:txBody>
          <a:bodyPr anchorCtr="0" anchor="ctr" bIns="45700" lIns="91425" spcFirstLastPara="1" rIns="91425" wrap="square" tIns="45700">
            <a:normAutofit/>
          </a:bodyPr>
          <a:lstStyle>
            <a:lvl1pPr lvl="0" algn="l">
              <a:lnSpc>
                <a:spcPct val="9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800"/>
              <a:buNone/>
              <a:defRPr/>
            </a:lvl1pPr>
            <a:lvl2pPr lvl="1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2pPr>
            <a:lvl3pPr lvl="2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3pPr>
            <a:lvl4pPr lvl="3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4pPr>
            <a:lvl5pPr lvl="4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5pPr>
            <a:lvl6pPr lvl="5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6pPr>
            <a:lvl7pPr lvl="6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7pPr>
            <a:lvl8pPr lvl="7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8pPr>
            <a:lvl9pPr lvl="8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9pPr>
          </a:lstStyle>
          <a:p/>
        </p:txBody>
      </p:sp>
      <p:sp>
        <p:nvSpPr>
          <p:cNvPr id="36" name="Google Shape;36;p18"/>
          <p:cNvSpPr txBox="1"/>
          <p:nvPr>
            <p:ph idx="1" type="body"/>
          </p:nvPr>
        </p:nvSpPr>
        <p:spPr>
          <a:xfrm>
            <a:off x="838200" y="1825625"/>
            <a:ext cx="5181600" cy="4351338"/>
          </a:xfrm>
          <a:prstGeom prst="rect">
            <a:avLst/>
          </a:prstGeom>
          <a:noFill/>
          <a:ln>
            <a:noFill/>
          </a:ln>
        </p:spPr>
        <p:txBody>
          <a:bodyPr anchorCtr="0" anchor="t" bIns="45700" lIns="91425" spcFirstLastPara="1" rIns="91425" wrap="square" tIns="45700">
            <a:normAutofit/>
          </a:bodyPr>
          <a:lstStyle>
            <a:lvl1pPr indent="-342900" lvl="0" marL="457200" algn="l">
              <a:lnSpc>
                <a:spcPct val="90000"/>
              </a:lnSpc>
              <a:spcBef>
                <a:spcPts val="100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1pPr>
            <a:lvl2pPr indent="-342900" lvl="1" marL="9144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2pPr>
            <a:lvl3pPr indent="-342900" lvl="2" marL="13716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3pPr>
            <a:lvl4pPr indent="-342900" lvl="3" marL="18288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4pPr>
            <a:lvl5pPr indent="-342900" lvl="4" marL="22860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5pPr>
            <a:lvl6pPr indent="-342900" lvl="5" marL="27432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6pPr>
            <a:lvl7pPr indent="-342900" lvl="6" marL="32004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7pPr>
            <a:lvl8pPr indent="-342900" lvl="7" marL="36576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8pPr>
            <a:lvl9pPr indent="-342900" lvl="8" marL="41148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9pPr>
          </a:lstStyle>
          <a:p/>
        </p:txBody>
      </p:sp>
      <p:sp>
        <p:nvSpPr>
          <p:cNvPr id="37" name="Google Shape;37;p18"/>
          <p:cNvSpPr txBox="1"/>
          <p:nvPr>
            <p:ph idx="2" type="body"/>
          </p:nvPr>
        </p:nvSpPr>
        <p:spPr>
          <a:xfrm>
            <a:off x="6172200" y="1825625"/>
            <a:ext cx="5181600" cy="4351338"/>
          </a:xfrm>
          <a:prstGeom prst="rect">
            <a:avLst/>
          </a:prstGeom>
          <a:noFill/>
          <a:ln>
            <a:noFill/>
          </a:ln>
        </p:spPr>
        <p:txBody>
          <a:bodyPr anchorCtr="0" anchor="t" bIns="45700" lIns="91425" spcFirstLastPara="1" rIns="91425" wrap="square" tIns="45700">
            <a:normAutofit/>
          </a:bodyPr>
          <a:lstStyle>
            <a:lvl1pPr indent="-342900" lvl="0" marL="457200" algn="l">
              <a:lnSpc>
                <a:spcPct val="90000"/>
              </a:lnSpc>
              <a:spcBef>
                <a:spcPts val="100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1pPr>
            <a:lvl2pPr indent="-342900" lvl="1" marL="9144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2pPr>
            <a:lvl3pPr indent="-342900" lvl="2" marL="13716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3pPr>
            <a:lvl4pPr indent="-342900" lvl="3" marL="18288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4pPr>
            <a:lvl5pPr indent="-342900" lvl="4" marL="22860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5pPr>
            <a:lvl6pPr indent="-342900" lvl="5" marL="27432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6pPr>
            <a:lvl7pPr indent="-342900" lvl="6" marL="32004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7pPr>
            <a:lvl8pPr indent="-342900" lvl="7" marL="36576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8pPr>
            <a:lvl9pPr indent="-342900" lvl="8" marL="41148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9pPr>
          </a:lstStyle>
          <a:p/>
        </p:txBody>
      </p:sp>
      <p:sp>
        <p:nvSpPr>
          <p:cNvPr id="38" name="Google Shape;38;p18"/>
          <p:cNvSpPr txBox="1"/>
          <p:nvPr>
            <p:ph idx="10" type="dt"/>
          </p:nvPr>
        </p:nvSpPr>
        <p:spPr>
          <a:xfrm>
            <a:off x="838200" y="6356350"/>
            <a:ext cx="2743200" cy="365125"/>
          </a:xfrm>
          <a:prstGeom prst="rect">
            <a:avLst/>
          </a:prstGeom>
          <a:noFill/>
          <a:ln>
            <a:noFill/>
          </a:ln>
        </p:spPr>
        <p:txBody>
          <a:bodyPr anchorCtr="0" anchor="ctr" bIns="45700" lIns="91425" spcFirstLastPara="1" rIns="91425" wrap="square" tIns="45700">
            <a:noAutofit/>
          </a:bodyPr>
          <a:lstStyle>
            <a:lvl1pPr lvl="0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1pPr>
            <a:lvl2pPr lvl="1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2pPr>
            <a:lvl3pPr lvl="2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3pPr>
            <a:lvl4pPr lvl="3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4pPr>
            <a:lvl5pPr lvl="4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5pPr>
            <a:lvl6pPr lvl="5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6pPr>
            <a:lvl7pPr lvl="6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7pPr>
            <a:lvl8pPr lvl="7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8pPr>
            <a:lvl9pPr lvl="8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9pPr>
          </a:lstStyle>
          <a:p/>
        </p:txBody>
      </p:sp>
      <p:sp>
        <p:nvSpPr>
          <p:cNvPr id="39" name="Google Shape;39;p18"/>
          <p:cNvSpPr txBox="1"/>
          <p:nvPr>
            <p:ph idx="11" type="ftr"/>
          </p:nvPr>
        </p:nvSpPr>
        <p:spPr>
          <a:xfrm>
            <a:off x="4038600" y="6356350"/>
            <a:ext cx="4114800" cy="365125"/>
          </a:xfrm>
          <a:prstGeom prst="rect">
            <a:avLst/>
          </a:prstGeom>
          <a:noFill/>
          <a:ln>
            <a:noFill/>
          </a:ln>
        </p:spPr>
        <p:txBody>
          <a:bodyPr anchorCtr="0" anchor="ctr" bIns="45700" lIns="91425" spcFirstLastPara="1" rIns="91425" wrap="square" tIns="45700">
            <a:noAutofit/>
          </a:bodyPr>
          <a:lstStyle>
            <a:lvl1pPr lvl="0" algn="ctr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1pPr>
            <a:lvl2pPr lvl="1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2pPr>
            <a:lvl3pPr lvl="2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3pPr>
            <a:lvl4pPr lvl="3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4pPr>
            <a:lvl5pPr lvl="4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5pPr>
            <a:lvl6pPr lvl="5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6pPr>
            <a:lvl7pPr lvl="6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7pPr>
            <a:lvl8pPr lvl="7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8pPr>
            <a:lvl9pPr lvl="8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9pPr>
          </a:lstStyle>
          <a:p/>
        </p:txBody>
      </p:sp>
      <p:sp>
        <p:nvSpPr>
          <p:cNvPr id="40" name="Google Shape;40;p18"/>
          <p:cNvSpPr txBox="1"/>
          <p:nvPr>
            <p:ph idx="12" type="sldNum"/>
          </p:nvPr>
        </p:nvSpPr>
        <p:spPr>
          <a:xfrm>
            <a:off x="8610600" y="6356350"/>
            <a:ext cx="2743200" cy="365125"/>
          </a:xfrm>
          <a:prstGeom prst="rect">
            <a:avLst/>
          </a:prstGeom>
          <a:noFill/>
          <a:ln>
            <a:noFill/>
          </a:ln>
        </p:spPr>
        <p:txBody>
          <a:bodyPr anchorCtr="0" anchor="ctr" bIns="45700" lIns="91425" spcFirstLastPara="1" rIns="91425" wrap="square" tIns="45700">
            <a:noAutofit/>
          </a:bodyPr>
          <a:lstStyle>
            <a:lvl1pPr indent="0" lvl="0" marL="0" algn="r">
              <a:spcBef>
                <a:spcPts val="0"/>
              </a:spcBef>
              <a:buNone/>
              <a:defRPr/>
            </a:lvl1pPr>
            <a:lvl2pPr indent="0" lvl="1" marL="0" algn="r">
              <a:spcBef>
                <a:spcPts val="0"/>
              </a:spcBef>
              <a:buNone/>
              <a:defRPr/>
            </a:lvl2pPr>
            <a:lvl3pPr indent="0" lvl="2" marL="0" algn="r">
              <a:spcBef>
                <a:spcPts val="0"/>
              </a:spcBef>
              <a:buNone/>
              <a:defRPr/>
            </a:lvl3pPr>
            <a:lvl4pPr indent="0" lvl="3" marL="0" algn="r">
              <a:spcBef>
                <a:spcPts val="0"/>
              </a:spcBef>
              <a:buNone/>
              <a:defRPr/>
            </a:lvl4pPr>
            <a:lvl5pPr indent="0" lvl="4" marL="0" algn="r">
              <a:spcBef>
                <a:spcPts val="0"/>
              </a:spcBef>
              <a:buNone/>
              <a:defRPr/>
            </a:lvl5pPr>
            <a:lvl6pPr indent="0" lvl="5" marL="0" algn="r">
              <a:spcBef>
                <a:spcPts val="0"/>
              </a:spcBef>
              <a:buNone/>
              <a:defRPr/>
            </a:lvl6pPr>
            <a:lvl7pPr indent="0" lvl="6" marL="0" algn="r">
              <a:spcBef>
                <a:spcPts val="0"/>
              </a:spcBef>
              <a:buNone/>
              <a:defRPr/>
            </a:lvl7pPr>
            <a:lvl8pPr indent="0" lvl="7" marL="0" algn="r">
              <a:spcBef>
                <a:spcPts val="0"/>
              </a:spcBef>
              <a:buNone/>
              <a:defRPr/>
            </a:lvl8pPr>
            <a:lvl9pPr indent="0" lvl="8" marL="0" algn="r">
              <a:spcBef>
                <a:spcPts val="0"/>
              </a:spcBef>
              <a:buNone/>
              <a:defRPr/>
            </a:lvl9pPr>
          </a:lstStyle>
          <a:p>
            <a:pPr indent="0" lvl="0" marL="0" rtl="0" algn="r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en-US"/>
              <a:t>‹#›</a:t>
            </a:fld>
            <a:endParaRPr/>
          </a:p>
        </p:txBody>
      </p:sp>
    </p:spTree>
  </p:cSld>
  <p:clrMapOvr>
    <a:masterClrMapping/>
  </p:clrMapOvr>
</p:sldLayout>
</file>

<file path=ppt/slideLayouts/slideLayout6.xml><?xml version="1.0" encoding="utf-8"?>
<p:sldLayout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matchingName="Comparison" type="twoTxTwoObj">
  <p:cSld name="TWO_OBJECTS_WITH_TEXT">
    <p:spTree>
      <p:nvGrpSpPr>
        <p:cNvPr id="41" name="Shape 41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42" name="Google Shape;42;p19"/>
          <p:cNvSpPr txBox="1"/>
          <p:nvPr>
            <p:ph type="title"/>
          </p:nvPr>
        </p:nvSpPr>
        <p:spPr>
          <a:xfrm>
            <a:off x="839788" y="365125"/>
            <a:ext cx="10515600" cy="1325563"/>
          </a:xfrm>
          <a:prstGeom prst="rect">
            <a:avLst/>
          </a:prstGeom>
          <a:noFill/>
          <a:ln>
            <a:noFill/>
          </a:ln>
        </p:spPr>
        <p:txBody>
          <a:bodyPr anchorCtr="0" anchor="ctr" bIns="45700" lIns="91425" spcFirstLastPara="1" rIns="91425" wrap="square" tIns="45700">
            <a:normAutofit/>
          </a:bodyPr>
          <a:lstStyle>
            <a:lvl1pPr lvl="0" algn="l">
              <a:lnSpc>
                <a:spcPct val="9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800"/>
              <a:buNone/>
              <a:defRPr/>
            </a:lvl1pPr>
            <a:lvl2pPr lvl="1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2pPr>
            <a:lvl3pPr lvl="2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3pPr>
            <a:lvl4pPr lvl="3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4pPr>
            <a:lvl5pPr lvl="4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5pPr>
            <a:lvl6pPr lvl="5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6pPr>
            <a:lvl7pPr lvl="6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7pPr>
            <a:lvl8pPr lvl="7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8pPr>
            <a:lvl9pPr lvl="8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9pPr>
          </a:lstStyle>
          <a:p/>
        </p:txBody>
      </p:sp>
      <p:sp>
        <p:nvSpPr>
          <p:cNvPr id="43" name="Google Shape;43;p19"/>
          <p:cNvSpPr txBox="1"/>
          <p:nvPr>
            <p:ph idx="1" type="body"/>
          </p:nvPr>
        </p:nvSpPr>
        <p:spPr>
          <a:xfrm>
            <a:off x="839788" y="1681163"/>
            <a:ext cx="5157787" cy="823912"/>
          </a:xfrm>
          <a:prstGeom prst="rect">
            <a:avLst/>
          </a:prstGeom>
          <a:noFill/>
          <a:ln>
            <a:noFill/>
          </a:ln>
        </p:spPr>
        <p:txBody>
          <a:bodyPr anchorCtr="0" anchor="b" bIns="45700" lIns="91425" spcFirstLastPara="1" rIns="91425" wrap="square" tIns="45700">
            <a:normAutofit/>
          </a:bodyPr>
          <a:lstStyle>
            <a:lvl1pPr indent="-228600" lvl="0" marL="457200" algn="l">
              <a:lnSpc>
                <a:spcPct val="90000"/>
              </a:lnSpc>
              <a:spcBef>
                <a:spcPts val="1000"/>
              </a:spcBef>
              <a:spcAft>
                <a:spcPts val="0"/>
              </a:spcAft>
              <a:buClr>
                <a:schemeClr val="dk1"/>
              </a:buClr>
              <a:buSzPts val="2400"/>
              <a:buNone/>
              <a:defRPr b="1" sz="2400"/>
            </a:lvl1pPr>
            <a:lvl2pPr indent="-228600" lvl="1" marL="9144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2000"/>
              <a:buNone/>
              <a:defRPr b="1" sz="2000"/>
            </a:lvl2pPr>
            <a:lvl3pPr indent="-228600" lvl="2" marL="13716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800"/>
              <a:buNone/>
              <a:defRPr b="1" sz="1800"/>
            </a:lvl3pPr>
            <a:lvl4pPr indent="-228600" lvl="3" marL="18288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600"/>
              <a:buNone/>
              <a:defRPr b="1" sz="1600"/>
            </a:lvl4pPr>
            <a:lvl5pPr indent="-228600" lvl="4" marL="22860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600"/>
              <a:buNone/>
              <a:defRPr b="1" sz="1600"/>
            </a:lvl5pPr>
            <a:lvl6pPr indent="-228600" lvl="5" marL="27432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600"/>
              <a:buNone/>
              <a:defRPr b="1" sz="1600"/>
            </a:lvl6pPr>
            <a:lvl7pPr indent="-228600" lvl="6" marL="32004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600"/>
              <a:buNone/>
              <a:defRPr b="1" sz="1600"/>
            </a:lvl7pPr>
            <a:lvl8pPr indent="-228600" lvl="7" marL="36576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600"/>
              <a:buNone/>
              <a:defRPr b="1" sz="1600"/>
            </a:lvl8pPr>
            <a:lvl9pPr indent="-228600" lvl="8" marL="41148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600"/>
              <a:buNone/>
              <a:defRPr b="1" sz="1600"/>
            </a:lvl9pPr>
          </a:lstStyle>
          <a:p/>
        </p:txBody>
      </p:sp>
      <p:sp>
        <p:nvSpPr>
          <p:cNvPr id="44" name="Google Shape;44;p19"/>
          <p:cNvSpPr txBox="1"/>
          <p:nvPr>
            <p:ph idx="2" type="body"/>
          </p:nvPr>
        </p:nvSpPr>
        <p:spPr>
          <a:xfrm>
            <a:off x="839788" y="2505075"/>
            <a:ext cx="5157787" cy="3684588"/>
          </a:xfrm>
          <a:prstGeom prst="rect">
            <a:avLst/>
          </a:prstGeom>
          <a:noFill/>
          <a:ln>
            <a:noFill/>
          </a:ln>
        </p:spPr>
        <p:txBody>
          <a:bodyPr anchorCtr="0" anchor="t" bIns="45700" lIns="91425" spcFirstLastPara="1" rIns="91425" wrap="square" tIns="45700">
            <a:normAutofit/>
          </a:bodyPr>
          <a:lstStyle>
            <a:lvl1pPr indent="-342900" lvl="0" marL="457200" algn="l">
              <a:lnSpc>
                <a:spcPct val="90000"/>
              </a:lnSpc>
              <a:spcBef>
                <a:spcPts val="100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1pPr>
            <a:lvl2pPr indent="-342900" lvl="1" marL="9144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2pPr>
            <a:lvl3pPr indent="-342900" lvl="2" marL="13716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3pPr>
            <a:lvl4pPr indent="-342900" lvl="3" marL="18288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4pPr>
            <a:lvl5pPr indent="-342900" lvl="4" marL="22860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5pPr>
            <a:lvl6pPr indent="-342900" lvl="5" marL="27432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6pPr>
            <a:lvl7pPr indent="-342900" lvl="6" marL="32004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7pPr>
            <a:lvl8pPr indent="-342900" lvl="7" marL="36576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8pPr>
            <a:lvl9pPr indent="-342900" lvl="8" marL="41148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9pPr>
          </a:lstStyle>
          <a:p/>
        </p:txBody>
      </p:sp>
      <p:sp>
        <p:nvSpPr>
          <p:cNvPr id="45" name="Google Shape;45;p19"/>
          <p:cNvSpPr txBox="1"/>
          <p:nvPr>
            <p:ph idx="3" type="body"/>
          </p:nvPr>
        </p:nvSpPr>
        <p:spPr>
          <a:xfrm>
            <a:off x="6172200" y="1681163"/>
            <a:ext cx="5183188" cy="823912"/>
          </a:xfrm>
          <a:prstGeom prst="rect">
            <a:avLst/>
          </a:prstGeom>
          <a:noFill/>
          <a:ln>
            <a:noFill/>
          </a:ln>
        </p:spPr>
        <p:txBody>
          <a:bodyPr anchorCtr="0" anchor="b" bIns="45700" lIns="91425" spcFirstLastPara="1" rIns="91425" wrap="square" tIns="45700">
            <a:normAutofit/>
          </a:bodyPr>
          <a:lstStyle>
            <a:lvl1pPr indent="-228600" lvl="0" marL="457200" algn="l">
              <a:lnSpc>
                <a:spcPct val="90000"/>
              </a:lnSpc>
              <a:spcBef>
                <a:spcPts val="1000"/>
              </a:spcBef>
              <a:spcAft>
                <a:spcPts val="0"/>
              </a:spcAft>
              <a:buClr>
                <a:schemeClr val="dk1"/>
              </a:buClr>
              <a:buSzPts val="2400"/>
              <a:buNone/>
              <a:defRPr b="1" sz="2400"/>
            </a:lvl1pPr>
            <a:lvl2pPr indent="-228600" lvl="1" marL="9144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2000"/>
              <a:buNone/>
              <a:defRPr b="1" sz="2000"/>
            </a:lvl2pPr>
            <a:lvl3pPr indent="-228600" lvl="2" marL="13716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800"/>
              <a:buNone/>
              <a:defRPr b="1" sz="1800"/>
            </a:lvl3pPr>
            <a:lvl4pPr indent="-228600" lvl="3" marL="18288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600"/>
              <a:buNone/>
              <a:defRPr b="1" sz="1600"/>
            </a:lvl4pPr>
            <a:lvl5pPr indent="-228600" lvl="4" marL="22860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600"/>
              <a:buNone/>
              <a:defRPr b="1" sz="1600"/>
            </a:lvl5pPr>
            <a:lvl6pPr indent="-228600" lvl="5" marL="27432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600"/>
              <a:buNone/>
              <a:defRPr b="1" sz="1600"/>
            </a:lvl6pPr>
            <a:lvl7pPr indent="-228600" lvl="6" marL="32004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600"/>
              <a:buNone/>
              <a:defRPr b="1" sz="1600"/>
            </a:lvl7pPr>
            <a:lvl8pPr indent="-228600" lvl="7" marL="36576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600"/>
              <a:buNone/>
              <a:defRPr b="1" sz="1600"/>
            </a:lvl8pPr>
            <a:lvl9pPr indent="-228600" lvl="8" marL="41148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600"/>
              <a:buNone/>
              <a:defRPr b="1" sz="1600"/>
            </a:lvl9pPr>
          </a:lstStyle>
          <a:p/>
        </p:txBody>
      </p:sp>
      <p:sp>
        <p:nvSpPr>
          <p:cNvPr id="46" name="Google Shape;46;p19"/>
          <p:cNvSpPr txBox="1"/>
          <p:nvPr>
            <p:ph idx="4" type="body"/>
          </p:nvPr>
        </p:nvSpPr>
        <p:spPr>
          <a:xfrm>
            <a:off x="6172200" y="2505075"/>
            <a:ext cx="5183188" cy="3684588"/>
          </a:xfrm>
          <a:prstGeom prst="rect">
            <a:avLst/>
          </a:prstGeom>
          <a:noFill/>
          <a:ln>
            <a:noFill/>
          </a:ln>
        </p:spPr>
        <p:txBody>
          <a:bodyPr anchorCtr="0" anchor="t" bIns="45700" lIns="91425" spcFirstLastPara="1" rIns="91425" wrap="square" tIns="45700">
            <a:normAutofit/>
          </a:bodyPr>
          <a:lstStyle>
            <a:lvl1pPr indent="-342900" lvl="0" marL="457200" algn="l">
              <a:lnSpc>
                <a:spcPct val="90000"/>
              </a:lnSpc>
              <a:spcBef>
                <a:spcPts val="100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1pPr>
            <a:lvl2pPr indent="-342900" lvl="1" marL="9144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2pPr>
            <a:lvl3pPr indent="-342900" lvl="2" marL="13716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3pPr>
            <a:lvl4pPr indent="-342900" lvl="3" marL="18288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4pPr>
            <a:lvl5pPr indent="-342900" lvl="4" marL="22860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5pPr>
            <a:lvl6pPr indent="-342900" lvl="5" marL="27432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6pPr>
            <a:lvl7pPr indent="-342900" lvl="6" marL="32004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7pPr>
            <a:lvl8pPr indent="-342900" lvl="7" marL="36576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8pPr>
            <a:lvl9pPr indent="-342900" lvl="8" marL="41148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9pPr>
          </a:lstStyle>
          <a:p/>
        </p:txBody>
      </p:sp>
      <p:sp>
        <p:nvSpPr>
          <p:cNvPr id="47" name="Google Shape;47;p19"/>
          <p:cNvSpPr txBox="1"/>
          <p:nvPr>
            <p:ph idx="10" type="dt"/>
          </p:nvPr>
        </p:nvSpPr>
        <p:spPr>
          <a:xfrm>
            <a:off x="838200" y="6356350"/>
            <a:ext cx="2743200" cy="365125"/>
          </a:xfrm>
          <a:prstGeom prst="rect">
            <a:avLst/>
          </a:prstGeom>
          <a:noFill/>
          <a:ln>
            <a:noFill/>
          </a:ln>
        </p:spPr>
        <p:txBody>
          <a:bodyPr anchorCtr="0" anchor="ctr" bIns="45700" lIns="91425" spcFirstLastPara="1" rIns="91425" wrap="square" tIns="45700">
            <a:noAutofit/>
          </a:bodyPr>
          <a:lstStyle>
            <a:lvl1pPr lvl="0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1pPr>
            <a:lvl2pPr lvl="1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2pPr>
            <a:lvl3pPr lvl="2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3pPr>
            <a:lvl4pPr lvl="3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4pPr>
            <a:lvl5pPr lvl="4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5pPr>
            <a:lvl6pPr lvl="5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6pPr>
            <a:lvl7pPr lvl="6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7pPr>
            <a:lvl8pPr lvl="7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8pPr>
            <a:lvl9pPr lvl="8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9pPr>
          </a:lstStyle>
          <a:p/>
        </p:txBody>
      </p:sp>
      <p:sp>
        <p:nvSpPr>
          <p:cNvPr id="48" name="Google Shape;48;p19"/>
          <p:cNvSpPr txBox="1"/>
          <p:nvPr>
            <p:ph idx="11" type="ftr"/>
          </p:nvPr>
        </p:nvSpPr>
        <p:spPr>
          <a:xfrm>
            <a:off x="4038600" y="6356350"/>
            <a:ext cx="4114800" cy="365125"/>
          </a:xfrm>
          <a:prstGeom prst="rect">
            <a:avLst/>
          </a:prstGeom>
          <a:noFill/>
          <a:ln>
            <a:noFill/>
          </a:ln>
        </p:spPr>
        <p:txBody>
          <a:bodyPr anchorCtr="0" anchor="ctr" bIns="45700" lIns="91425" spcFirstLastPara="1" rIns="91425" wrap="square" tIns="45700">
            <a:noAutofit/>
          </a:bodyPr>
          <a:lstStyle>
            <a:lvl1pPr lvl="0" algn="ctr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1pPr>
            <a:lvl2pPr lvl="1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2pPr>
            <a:lvl3pPr lvl="2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3pPr>
            <a:lvl4pPr lvl="3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4pPr>
            <a:lvl5pPr lvl="4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5pPr>
            <a:lvl6pPr lvl="5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6pPr>
            <a:lvl7pPr lvl="6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7pPr>
            <a:lvl8pPr lvl="7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8pPr>
            <a:lvl9pPr lvl="8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9pPr>
          </a:lstStyle>
          <a:p/>
        </p:txBody>
      </p:sp>
      <p:sp>
        <p:nvSpPr>
          <p:cNvPr id="49" name="Google Shape;49;p19"/>
          <p:cNvSpPr txBox="1"/>
          <p:nvPr>
            <p:ph idx="12" type="sldNum"/>
          </p:nvPr>
        </p:nvSpPr>
        <p:spPr>
          <a:xfrm>
            <a:off x="8610600" y="6356350"/>
            <a:ext cx="2743200" cy="365125"/>
          </a:xfrm>
          <a:prstGeom prst="rect">
            <a:avLst/>
          </a:prstGeom>
          <a:noFill/>
          <a:ln>
            <a:noFill/>
          </a:ln>
        </p:spPr>
        <p:txBody>
          <a:bodyPr anchorCtr="0" anchor="ctr" bIns="45700" lIns="91425" spcFirstLastPara="1" rIns="91425" wrap="square" tIns="45700">
            <a:noAutofit/>
          </a:bodyPr>
          <a:lstStyle>
            <a:lvl1pPr indent="0" lvl="0" marL="0" algn="r">
              <a:spcBef>
                <a:spcPts val="0"/>
              </a:spcBef>
              <a:buNone/>
              <a:defRPr/>
            </a:lvl1pPr>
            <a:lvl2pPr indent="0" lvl="1" marL="0" algn="r">
              <a:spcBef>
                <a:spcPts val="0"/>
              </a:spcBef>
              <a:buNone/>
              <a:defRPr/>
            </a:lvl2pPr>
            <a:lvl3pPr indent="0" lvl="2" marL="0" algn="r">
              <a:spcBef>
                <a:spcPts val="0"/>
              </a:spcBef>
              <a:buNone/>
              <a:defRPr/>
            </a:lvl3pPr>
            <a:lvl4pPr indent="0" lvl="3" marL="0" algn="r">
              <a:spcBef>
                <a:spcPts val="0"/>
              </a:spcBef>
              <a:buNone/>
              <a:defRPr/>
            </a:lvl4pPr>
            <a:lvl5pPr indent="0" lvl="4" marL="0" algn="r">
              <a:spcBef>
                <a:spcPts val="0"/>
              </a:spcBef>
              <a:buNone/>
              <a:defRPr/>
            </a:lvl5pPr>
            <a:lvl6pPr indent="0" lvl="5" marL="0" algn="r">
              <a:spcBef>
                <a:spcPts val="0"/>
              </a:spcBef>
              <a:buNone/>
              <a:defRPr/>
            </a:lvl6pPr>
            <a:lvl7pPr indent="0" lvl="6" marL="0" algn="r">
              <a:spcBef>
                <a:spcPts val="0"/>
              </a:spcBef>
              <a:buNone/>
              <a:defRPr/>
            </a:lvl7pPr>
            <a:lvl8pPr indent="0" lvl="7" marL="0" algn="r">
              <a:spcBef>
                <a:spcPts val="0"/>
              </a:spcBef>
              <a:buNone/>
              <a:defRPr/>
            </a:lvl8pPr>
            <a:lvl9pPr indent="0" lvl="8" marL="0" algn="r">
              <a:spcBef>
                <a:spcPts val="0"/>
              </a:spcBef>
              <a:buNone/>
              <a:defRPr/>
            </a:lvl9pPr>
          </a:lstStyle>
          <a:p>
            <a:pPr indent="0" lvl="0" marL="0" rtl="0" algn="r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en-US"/>
              <a:t>‹#›</a:t>
            </a:fld>
            <a:endParaRPr/>
          </a:p>
        </p:txBody>
      </p:sp>
    </p:spTree>
  </p:cSld>
  <p:clrMapOvr>
    <a:masterClrMapping/>
  </p:clrMapOvr>
</p:sldLayout>
</file>

<file path=ppt/slideLayouts/slideLayout7.xml><?xml version="1.0" encoding="utf-8"?>
<p:sldLayout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matchingName="Title Only" type="titleOnly">
  <p:cSld name="TITLE_ONLY">
    <p:spTree>
      <p:nvGrpSpPr>
        <p:cNvPr id="50" name="Shape 50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51" name="Google Shape;51;p20"/>
          <p:cNvSpPr txBox="1"/>
          <p:nvPr>
            <p:ph type="title"/>
          </p:nvPr>
        </p:nvSpPr>
        <p:spPr>
          <a:xfrm>
            <a:off x="838200" y="365125"/>
            <a:ext cx="10515600" cy="1325563"/>
          </a:xfrm>
          <a:prstGeom prst="rect">
            <a:avLst/>
          </a:prstGeom>
          <a:noFill/>
          <a:ln>
            <a:noFill/>
          </a:ln>
        </p:spPr>
        <p:txBody>
          <a:bodyPr anchorCtr="0" anchor="ctr" bIns="45700" lIns="91425" spcFirstLastPara="1" rIns="91425" wrap="square" tIns="45700">
            <a:normAutofit/>
          </a:bodyPr>
          <a:lstStyle>
            <a:lvl1pPr lvl="0" algn="l">
              <a:lnSpc>
                <a:spcPct val="9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800"/>
              <a:buNone/>
              <a:defRPr/>
            </a:lvl1pPr>
            <a:lvl2pPr lvl="1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2pPr>
            <a:lvl3pPr lvl="2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3pPr>
            <a:lvl4pPr lvl="3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4pPr>
            <a:lvl5pPr lvl="4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5pPr>
            <a:lvl6pPr lvl="5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6pPr>
            <a:lvl7pPr lvl="6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7pPr>
            <a:lvl8pPr lvl="7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8pPr>
            <a:lvl9pPr lvl="8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9pPr>
          </a:lstStyle>
          <a:p/>
        </p:txBody>
      </p:sp>
      <p:sp>
        <p:nvSpPr>
          <p:cNvPr id="52" name="Google Shape;52;p20"/>
          <p:cNvSpPr txBox="1"/>
          <p:nvPr>
            <p:ph idx="10" type="dt"/>
          </p:nvPr>
        </p:nvSpPr>
        <p:spPr>
          <a:xfrm>
            <a:off x="838200" y="6356350"/>
            <a:ext cx="2743200" cy="365125"/>
          </a:xfrm>
          <a:prstGeom prst="rect">
            <a:avLst/>
          </a:prstGeom>
          <a:noFill/>
          <a:ln>
            <a:noFill/>
          </a:ln>
        </p:spPr>
        <p:txBody>
          <a:bodyPr anchorCtr="0" anchor="ctr" bIns="45700" lIns="91425" spcFirstLastPara="1" rIns="91425" wrap="square" tIns="45700">
            <a:noAutofit/>
          </a:bodyPr>
          <a:lstStyle>
            <a:lvl1pPr lvl="0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1pPr>
            <a:lvl2pPr lvl="1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2pPr>
            <a:lvl3pPr lvl="2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3pPr>
            <a:lvl4pPr lvl="3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4pPr>
            <a:lvl5pPr lvl="4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5pPr>
            <a:lvl6pPr lvl="5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6pPr>
            <a:lvl7pPr lvl="6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7pPr>
            <a:lvl8pPr lvl="7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8pPr>
            <a:lvl9pPr lvl="8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9pPr>
          </a:lstStyle>
          <a:p/>
        </p:txBody>
      </p:sp>
      <p:sp>
        <p:nvSpPr>
          <p:cNvPr id="53" name="Google Shape;53;p20"/>
          <p:cNvSpPr txBox="1"/>
          <p:nvPr>
            <p:ph idx="11" type="ftr"/>
          </p:nvPr>
        </p:nvSpPr>
        <p:spPr>
          <a:xfrm>
            <a:off x="4038600" y="6356350"/>
            <a:ext cx="4114800" cy="365125"/>
          </a:xfrm>
          <a:prstGeom prst="rect">
            <a:avLst/>
          </a:prstGeom>
          <a:noFill/>
          <a:ln>
            <a:noFill/>
          </a:ln>
        </p:spPr>
        <p:txBody>
          <a:bodyPr anchorCtr="0" anchor="ctr" bIns="45700" lIns="91425" spcFirstLastPara="1" rIns="91425" wrap="square" tIns="45700">
            <a:noAutofit/>
          </a:bodyPr>
          <a:lstStyle>
            <a:lvl1pPr lvl="0" algn="ctr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1pPr>
            <a:lvl2pPr lvl="1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2pPr>
            <a:lvl3pPr lvl="2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3pPr>
            <a:lvl4pPr lvl="3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4pPr>
            <a:lvl5pPr lvl="4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5pPr>
            <a:lvl6pPr lvl="5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6pPr>
            <a:lvl7pPr lvl="6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7pPr>
            <a:lvl8pPr lvl="7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8pPr>
            <a:lvl9pPr lvl="8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9pPr>
          </a:lstStyle>
          <a:p/>
        </p:txBody>
      </p:sp>
      <p:sp>
        <p:nvSpPr>
          <p:cNvPr id="54" name="Google Shape;54;p20"/>
          <p:cNvSpPr txBox="1"/>
          <p:nvPr>
            <p:ph idx="12" type="sldNum"/>
          </p:nvPr>
        </p:nvSpPr>
        <p:spPr>
          <a:xfrm>
            <a:off x="8610600" y="6356350"/>
            <a:ext cx="2743200" cy="365125"/>
          </a:xfrm>
          <a:prstGeom prst="rect">
            <a:avLst/>
          </a:prstGeom>
          <a:noFill/>
          <a:ln>
            <a:noFill/>
          </a:ln>
        </p:spPr>
        <p:txBody>
          <a:bodyPr anchorCtr="0" anchor="ctr" bIns="45700" lIns="91425" spcFirstLastPara="1" rIns="91425" wrap="square" tIns="45700">
            <a:noAutofit/>
          </a:bodyPr>
          <a:lstStyle>
            <a:lvl1pPr indent="0" lvl="0" marL="0" algn="r">
              <a:spcBef>
                <a:spcPts val="0"/>
              </a:spcBef>
              <a:buNone/>
              <a:defRPr/>
            </a:lvl1pPr>
            <a:lvl2pPr indent="0" lvl="1" marL="0" algn="r">
              <a:spcBef>
                <a:spcPts val="0"/>
              </a:spcBef>
              <a:buNone/>
              <a:defRPr/>
            </a:lvl2pPr>
            <a:lvl3pPr indent="0" lvl="2" marL="0" algn="r">
              <a:spcBef>
                <a:spcPts val="0"/>
              </a:spcBef>
              <a:buNone/>
              <a:defRPr/>
            </a:lvl3pPr>
            <a:lvl4pPr indent="0" lvl="3" marL="0" algn="r">
              <a:spcBef>
                <a:spcPts val="0"/>
              </a:spcBef>
              <a:buNone/>
              <a:defRPr/>
            </a:lvl4pPr>
            <a:lvl5pPr indent="0" lvl="4" marL="0" algn="r">
              <a:spcBef>
                <a:spcPts val="0"/>
              </a:spcBef>
              <a:buNone/>
              <a:defRPr/>
            </a:lvl5pPr>
            <a:lvl6pPr indent="0" lvl="5" marL="0" algn="r">
              <a:spcBef>
                <a:spcPts val="0"/>
              </a:spcBef>
              <a:buNone/>
              <a:defRPr/>
            </a:lvl6pPr>
            <a:lvl7pPr indent="0" lvl="6" marL="0" algn="r">
              <a:spcBef>
                <a:spcPts val="0"/>
              </a:spcBef>
              <a:buNone/>
              <a:defRPr/>
            </a:lvl7pPr>
            <a:lvl8pPr indent="0" lvl="7" marL="0" algn="r">
              <a:spcBef>
                <a:spcPts val="0"/>
              </a:spcBef>
              <a:buNone/>
              <a:defRPr/>
            </a:lvl8pPr>
            <a:lvl9pPr indent="0" lvl="8" marL="0" algn="r">
              <a:spcBef>
                <a:spcPts val="0"/>
              </a:spcBef>
              <a:buNone/>
              <a:defRPr/>
            </a:lvl9pPr>
          </a:lstStyle>
          <a:p>
            <a:pPr indent="0" lvl="0" marL="0" rtl="0" algn="r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en-US"/>
              <a:t>‹#›</a:t>
            </a:fld>
            <a:endParaRPr/>
          </a:p>
        </p:txBody>
      </p:sp>
    </p:spTree>
  </p:cSld>
  <p:clrMapOvr>
    <a:masterClrMapping/>
  </p:clrMapOvr>
</p:sldLayout>
</file>

<file path=ppt/slideLayouts/slideLayout8.xml><?xml version="1.0" encoding="utf-8"?>
<p:sldLayout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matchingName="Blank" type="blank">
  <p:cSld name="BLANK">
    <p:spTree>
      <p:nvGrpSpPr>
        <p:cNvPr id="55" name="Shape 55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56" name="Google Shape;56;p21"/>
          <p:cNvSpPr txBox="1"/>
          <p:nvPr>
            <p:ph idx="10" type="dt"/>
          </p:nvPr>
        </p:nvSpPr>
        <p:spPr>
          <a:xfrm>
            <a:off x="838200" y="6356350"/>
            <a:ext cx="2743200" cy="365125"/>
          </a:xfrm>
          <a:prstGeom prst="rect">
            <a:avLst/>
          </a:prstGeom>
          <a:noFill/>
          <a:ln>
            <a:noFill/>
          </a:ln>
        </p:spPr>
        <p:txBody>
          <a:bodyPr anchorCtr="0" anchor="ctr" bIns="45700" lIns="91425" spcFirstLastPara="1" rIns="91425" wrap="square" tIns="45700">
            <a:noAutofit/>
          </a:bodyPr>
          <a:lstStyle>
            <a:lvl1pPr lvl="0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1pPr>
            <a:lvl2pPr lvl="1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2pPr>
            <a:lvl3pPr lvl="2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3pPr>
            <a:lvl4pPr lvl="3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4pPr>
            <a:lvl5pPr lvl="4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5pPr>
            <a:lvl6pPr lvl="5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6pPr>
            <a:lvl7pPr lvl="6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7pPr>
            <a:lvl8pPr lvl="7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8pPr>
            <a:lvl9pPr lvl="8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9pPr>
          </a:lstStyle>
          <a:p/>
        </p:txBody>
      </p:sp>
      <p:sp>
        <p:nvSpPr>
          <p:cNvPr id="57" name="Google Shape;57;p21"/>
          <p:cNvSpPr txBox="1"/>
          <p:nvPr>
            <p:ph idx="11" type="ftr"/>
          </p:nvPr>
        </p:nvSpPr>
        <p:spPr>
          <a:xfrm>
            <a:off x="4038600" y="6356350"/>
            <a:ext cx="4114800" cy="365125"/>
          </a:xfrm>
          <a:prstGeom prst="rect">
            <a:avLst/>
          </a:prstGeom>
          <a:noFill/>
          <a:ln>
            <a:noFill/>
          </a:ln>
        </p:spPr>
        <p:txBody>
          <a:bodyPr anchorCtr="0" anchor="ctr" bIns="45700" lIns="91425" spcFirstLastPara="1" rIns="91425" wrap="square" tIns="45700">
            <a:noAutofit/>
          </a:bodyPr>
          <a:lstStyle>
            <a:lvl1pPr lvl="0" algn="ctr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1pPr>
            <a:lvl2pPr lvl="1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2pPr>
            <a:lvl3pPr lvl="2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3pPr>
            <a:lvl4pPr lvl="3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4pPr>
            <a:lvl5pPr lvl="4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5pPr>
            <a:lvl6pPr lvl="5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6pPr>
            <a:lvl7pPr lvl="6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7pPr>
            <a:lvl8pPr lvl="7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8pPr>
            <a:lvl9pPr lvl="8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9pPr>
          </a:lstStyle>
          <a:p/>
        </p:txBody>
      </p:sp>
      <p:sp>
        <p:nvSpPr>
          <p:cNvPr id="58" name="Google Shape;58;p21"/>
          <p:cNvSpPr txBox="1"/>
          <p:nvPr>
            <p:ph idx="12" type="sldNum"/>
          </p:nvPr>
        </p:nvSpPr>
        <p:spPr>
          <a:xfrm>
            <a:off x="8610600" y="6356350"/>
            <a:ext cx="2743200" cy="365125"/>
          </a:xfrm>
          <a:prstGeom prst="rect">
            <a:avLst/>
          </a:prstGeom>
          <a:noFill/>
          <a:ln>
            <a:noFill/>
          </a:ln>
        </p:spPr>
        <p:txBody>
          <a:bodyPr anchorCtr="0" anchor="ctr" bIns="45700" lIns="91425" spcFirstLastPara="1" rIns="91425" wrap="square" tIns="45700">
            <a:noAutofit/>
          </a:bodyPr>
          <a:lstStyle>
            <a:lvl1pPr indent="0" lvl="0" marL="0" algn="r">
              <a:spcBef>
                <a:spcPts val="0"/>
              </a:spcBef>
              <a:buNone/>
              <a:defRPr/>
            </a:lvl1pPr>
            <a:lvl2pPr indent="0" lvl="1" marL="0" algn="r">
              <a:spcBef>
                <a:spcPts val="0"/>
              </a:spcBef>
              <a:buNone/>
              <a:defRPr/>
            </a:lvl2pPr>
            <a:lvl3pPr indent="0" lvl="2" marL="0" algn="r">
              <a:spcBef>
                <a:spcPts val="0"/>
              </a:spcBef>
              <a:buNone/>
              <a:defRPr/>
            </a:lvl3pPr>
            <a:lvl4pPr indent="0" lvl="3" marL="0" algn="r">
              <a:spcBef>
                <a:spcPts val="0"/>
              </a:spcBef>
              <a:buNone/>
              <a:defRPr/>
            </a:lvl4pPr>
            <a:lvl5pPr indent="0" lvl="4" marL="0" algn="r">
              <a:spcBef>
                <a:spcPts val="0"/>
              </a:spcBef>
              <a:buNone/>
              <a:defRPr/>
            </a:lvl5pPr>
            <a:lvl6pPr indent="0" lvl="5" marL="0" algn="r">
              <a:spcBef>
                <a:spcPts val="0"/>
              </a:spcBef>
              <a:buNone/>
              <a:defRPr/>
            </a:lvl6pPr>
            <a:lvl7pPr indent="0" lvl="6" marL="0" algn="r">
              <a:spcBef>
                <a:spcPts val="0"/>
              </a:spcBef>
              <a:buNone/>
              <a:defRPr/>
            </a:lvl7pPr>
            <a:lvl8pPr indent="0" lvl="7" marL="0" algn="r">
              <a:spcBef>
                <a:spcPts val="0"/>
              </a:spcBef>
              <a:buNone/>
              <a:defRPr/>
            </a:lvl8pPr>
            <a:lvl9pPr indent="0" lvl="8" marL="0" algn="r">
              <a:spcBef>
                <a:spcPts val="0"/>
              </a:spcBef>
              <a:buNone/>
              <a:defRPr/>
            </a:lvl9pPr>
          </a:lstStyle>
          <a:p>
            <a:pPr indent="0" lvl="0" marL="0" rtl="0" algn="r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en-US"/>
              <a:t>‹#›</a:t>
            </a:fld>
            <a:endParaRPr/>
          </a:p>
        </p:txBody>
      </p:sp>
    </p:spTree>
  </p:cSld>
  <p:clrMapOvr>
    <a:masterClrMapping/>
  </p:clrMapOvr>
</p:sldLayout>
</file>

<file path=ppt/slideLayouts/slideLayout9.xml><?xml version="1.0" encoding="utf-8"?>
<p:sldLayout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matchingName="Content with Caption" type="objTx">
  <p:cSld name="OBJECT_WITH_CAPTION_TEXT">
    <p:spTree>
      <p:nvGrpSpPr>
        <p:cNvPr id="59" name="Shape 59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60" name="Google Shape;60;p22"/>
          <p:cNvSpPr txBox="1"/>
          <p:nvPr>
            <p:ph type="title"/>
          </p:nvPr>
        </p:nvSpPr>
        <p:spPr>
          <a:xfrm>
            <a:off x="839788" y="457200"/>
            <a:ext cx="3932237" cy="1600200"/>
          </a:xfrm>
          <a:prstGeom prst="rect">
            <a:avLst/>
          </a:prstGeom>
          <a:noFill/>
          <a:ln>
            <a:noFill/>
          </a:ln>
        </p:spPr>
        <p:txBody>
          <a:bodyPr anchorCtr="0" anchor="b" bIns="45700" lIns="91425" spcFirstLastPara="1" rIns="91425" wrap="square" tIns="45700">
            <a:normAutofit/>
          </a:bodyPr>
          <a:lstStyle>
            <a:lvl1pPr lvl="0" algn="l">
              <a:lnSpc>
                <a:spcPct val="9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3200"/>
              <a:buFont typeface="Calibri"/>
              <a:buNone/>
              <a:defRPr sz="3200"/>
            </a:lvl1pPr>
            <a:lvl2pPr lvl="1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2pPr>
            <a:lvl3pPr lvl="2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3pPr>
            <a:lvl4pPr lvl="3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4pPr>
            <a:lvl5pPr lvl="4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5pPr>
            <a:lvl6pPr lvl="5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6pPr>
            <a:lvl7pPr lvl="6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7pPr>
            <a:lvl8pPr lvl="7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8pPr>
            <a:lvl9pPr lvl="8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9pPr>
          </a:lstStyle>
          <a:p/>
        </p:txBody>
      </p:sp>
      <p:sp>
        <p:nvSpPr>
          <p:cNvPr id="61" name="Google Shape;61;p22"/>
          <p:cNvSpPr txBox="1"/>
          <p:nvPr>
            <p:ph idx="1" type="body"/>
          </p:nvPr>
        </p:nvSpPr>
        <p:spPr>
          <a:xfrm>
            <a:off x="5183188" y="987425"/>
            <a:ext cx="6172200" cy="4873625"/>
          </a:xfrm>
          <a:prstGeom prst="rect">
            <a:avLst/>
          </a:prstGeom>
          <a:noFill/>
          <a:ln>
            <a:noFill/>
          </a:ln>
        </p:spPr>
        <p:txBody>
          <a:bodyPr anchorCtr="0" anchor="t" bIns="45700" lIns="91425" spcFirstLastPara="1" rIns="91425" wrap="square" tIns="45700">
            <a:normAutofit/>
          </a:bodyPr>
          <a:lstStyle>
            <a:lvl1pPr indent="-431800" lvl="0" marL="457200" algn="l">
              <a:lnSpc>
                <a:spcPct val="90000"/>
              </a:lnSpc>
              <a:spcBef>
                <a:spcPts val="1000"/>
              </a:spcBef>
              <a:spcAft>
                <a:spcPts val="0"/>
              </a:spcAft>
              <a:buClr>
                <a:schemeClr val="dk1"/>
              </a:buClr>
              <a:buSzPts val="3200"/>
              <a:buChar char="•"/>
              <a:defRPr sz="3200"/>
            </a:lvl1pPr>
            <a:lvl2pPr indent="-406400" lvl="1" marL="9144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2800"/>
              <a:buChar char="•"/>
              <a:defRPr sz="2800"/>
            </a:lvl2pPr>
            <a:lvl3pPr indent="-381000" lvl="2" marL="13716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2400"/>
              <a:buChar char="•"/>
              <a:defRPr sz="2400"/>
            </a:lvl3pPr>
            <a:lvl4pPr indent="-355600" lvl="3" marL="18288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2000"/>
              <a:buChar char="•"/>
              <a:defRPr sz="2000"/>
            </a:lvl4pPr>
            <a:lvl5pPr indent="-355600" lvl="4" marL="22860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2000"/>
              <a:buChar char="•"/>
              <a:defRPr sz="2000"/>
            </a:lvl5pPr>
            <a:lvl6pPr indent="-355600" lvl="5" marL="27432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2000"/>
              <a:buChar char="•"/>
              <a:defRPr sz="2000"/>
            </a:lvl6pPr>
            <a:lvl7pPr indent="-355600" lvl="6" marL="32004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2000"/>
              <a:buChar char="•"/>
              <a:defRPr sz="2000"/>
            </a:lvl7pPr>
            <a:lvl8pPr indent="-355600" lvl="7" marL="36576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2000"/>
              <a:buChar char="•"/>
              <a:defRPr sz="2000"/>
            </a:lvl8pPr>
            <a:lvl9pPr indent="-355600" lvl="8" marL="41148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2000"/>
              <a:buChar char="•"/>
              <a:defRPr sz="2000"/>
            </a:lvl9pPr>
          </a:lstStyle>
          <a:p/>
        </p:txBody>
      </p:sp>
      <p:sp>
        <p:nvSpPr>
          <p:cNvPr id="62" name="Google Shape;62;p22"/>
          <p:cNvSpPr txBox="1"/>
          <p:nvPr>
            <p:ph idx="2" type="body"/>
          </p:nvPr>
        </p:nvSpPr>
        <p:spPr>
          <a:xfrm>
            <a:off x="839788" y="2057400"/>
            <a:ext cx="3932237" cy="3811588"/>
          </a:xfrm>
          <a:prstGeom prst="rect">
            <a:avLst/>
          </a:prstGeom>
          <a:noFill/>
          <a:ln>
            <a:noFill/>
          </a:ln>
        </p:spPr>
        <p:txBody>
          <a:bodyPr anchorCtr="0" anchor="t" bIns="45700" lIns="91425" spcFirstLastPara="1" rIns="91425" wrap="square" tIns="45700">
            <a:normAutofit/>
          </a:bodyPr>
          <a:lstStyle>
            <a:lvl1pPr indent="-228600" lvl="0" marL="457200" algn="l">
              <a:lnSpc>
                <a:spcPct val="90000"/>
              </a:lnSpc>
              <a:spcBef>
                <a:spcPts val="1000"/>
              </a:spcBef>
              <a:spcAft>
                <a:spcPts val="0"/>
              </a:spcAft>
              <a:buClr>
                <a:schemeClr val="dk1"/>
              </a:buClr>
              <a:buSzPts val="1600"/>
              <a:buNone/>
              <a:defRPr sz="1600"/>
            </a:lvl1pPr>
            <a:lvl2pPr indent="-228600" lvl="1" marL="9144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400"/>
              <a:buNone/>
              <a:defRPr sz="1400"/>
            </a:lvl2pPr>
            <a:lvl3pPr indent="-228600" lvl="2" marL="13716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200"/>
              <a:buNone/>
              <a:defRPr sz="1200"/>
            </a:lvl3pPr>
            <a:lvl4pPr indent="-228600" lvl="3" marL="18288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000"/>
              <a:buNone/>
              <a:defRPr sz="1000"/>
            </a:lvl4pPr>
            <a:lvl5pPr indent="-228600" lvl="4" marL="22860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000"/>
              <a:buNone/>
              <a:defRPr sz="1000"/>
            </a:lvl5pPr>
            <a:lvl6pPr indent="-228600" lvl="5" marL="27432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000"/>
              <a:buNone/>
              <a:defRPr sz="1000"/>
            </a:lvl6pPr>
            <a:lvl7pPr indent="-228600" lvl="6" marL="32004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000"/>
              <a:buNone/>
              <a:defRPr sz="1000"/>
            </a:lvl7pPr>
            <a:lvl8pPr indent="-228600" lvl="7" marL="36576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000"/>
              <a:buNone/>
              <a:defRPr sz="1000"/>
            </a:lvl8pPr>
            <a:lvl9pPr indent="-228600" lvl="8" marL="41148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000"/>
              <a:buNone/>
              <a:defRPr sz="1000"/>
            </a:lvl9pPr>
          </a:lstStyle>
          <a:p/>
        </p:txBody>
      </p:sp>
      <p:sp>
        <p:nvSpPr>
          <p:cNvPr id="63" name="Google Shape;63;p22"/>
          <p:cNvSpPr txBox="1"/>
          <p:nvPr>
            <p:ph idx="10" type="dt"/>
          </p:nvPr>
        </p:nvSpPr>
        <p:spPr>
          <a:xfrm>
            <a:off x="838200" y="6356350"/>
            <a:ext cx="2743200" cy="365125"/>
          </a:xfrm>
          <a:prstGeom prst="rect">
            <a:avLst/>
          </a:prstGeom>
          <a:noFill/>
          <a:ln>
            <a:noFill/>
          </a:ln>
        </p:spPr>
        <p:txBody>
          <a:bodyPr anchorCtr="0" anchor="ctr" bIns="45700" lIns="91425" spcFirstLastPara="1" rIns="91425" wrap="square" tIns="45700">
            <a:noAutofit/>
          </a:bodyPr>
          <a:lstStyle>
            <a:lvl1pPr lvl="0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1pPr>
            <a:lvl2pPr lvl="1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2pPr>
            <a:lvl3pPr lvl="2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3pPr>
            <a:lvl4pPr lvl="3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4pPr>
            <a:lvl5pPr lvl="4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5pPr>
            <a:lvl6pPr lvl="5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6pPr>
            <a:lvl7pPr lvl="6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7pPr>
            <a:lvl8pPr lvl="7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8pPr>
            <a:lvl9pPr lvl="8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9pPr>
          </a:lstStyle>
          <a:p/>
        </p:txBody>
      </p:sp>
      <p:sp>
        <p:nvSpPr>
          <p:cNvPr id="64" name="Google Shape;64;p22"/>
          <p:cNvSpPr txBox="1"/>
          <p:nvPr>
            <p:ph idx="11" type="ftr"/>
          </p:nvPr>
        </p:nvSpPr>
        <p:spPr>
          <a:xfrm>
            <a:off x="4038600" y="6356350"/>
            <a:ext cx="4114800" cy="365125"/>
          </a:xfrm>
          <a:prstGeom prst="rect">
            <a:avLst/>
          </a:prstGeom>
          <a:noFill/>
          <a:ln>
            <a:noFill/>
          </a:ln>
        </p:spPr>
        <p:txBody>
          <a:bodyPr anchorCtr="0" anchor="ctr" bIns="45700" lIns="91425" spcFirstLastPara="1" rIns="91425" wrap="square" tIns="45700">
            <a:noAutofit/>
          </a:bodyPr>
          <a:lstStyle>
            <a:lvl1pPr lvl="0" algn="ctr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1pPr>
            <a:lvl2pPr lvl="1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2pPr>
            <a:lvl3pPr lvl="2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3pPr>
            <a:lvl4pPr lvl="3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4pPr>
            <a:lvl5pPr lvl="4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5pPr>
            <a:lvl6pPr lvl="5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6pPr>
            <a:lvl7pPr lvl="6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7pPr>
            <a:lvl8pPr lvl="7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8pPr>
            <a:lvl9pPr lvl="8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9pPr>
          </a:lstStyle>
          <a:p/>
        </p:txBody>
      </p:sp>
      <p:sp>
        <p:nvSpPr>
          <p:cNvPr id="65" name="Google Shape;65;p22"/>
          <p:cNvSpPr txBox="1"/>
          <p:nvPr>
            <p:ph idx="12" type="sldNum"/>
          </p:nvPr>
        </p:nvSpPr>
        <p:spPr>
          <a:xfrm>
            <a:off x="8610600" y="6356350"/>
            <a:ext cx="2743200" cy="365125"/>
          </a:xfrm>
          <a:prstGeom prst="rect">
            <a:avLst/>
          </a:prstGeom>
          <a:noFill/>
          <a:ln>
            <a:noFill/>
          </a:ln>
        </p:spPr>
        <p:txBody>
          <a:bodyPr anchorCtr="0" anchor="ctr" bIns="45700" lIns="91425" spcFirstLastPara="1" rIns="91425" wrap="square" tIns="45700">
            <a:noAutofit/>
          </a:bodyPr>
          <a:lstStyle>
            <a:lvl1pPr indent="0" lvl="0" marL="0" algn="r">
              <a:spcBef>
                <a:spcPts val="0"/>
              </a:spcBef>
              <a:buNone/>
              <a:defRPr/>
            </a:lvl1pPr>
            <a:lvl2pPr indent="0" lvl="1" marL="0" algn="r">
              <a:spcBef>
                <a:spcPts val="0"/>
              </a:spcBef>
              <a:buNone/>
              <a:defRPr/>
            </a:lvl2pPr>
            <a:lvl3pPr indent="0" lvl="2" marL="0" algn="r">
              <a:spcBef>
                <a:spcPts val="0"/>
              </a:spcBef>
              <a:buNone/>
              <a:defRPr/>
            </a:lvl3pPr>
            <a:lvl4pPr indent="0" lvl="3" marL="0" algn="r">
              <a:spcBef>
                <a:spcPts val="0"/>
              </a:spcBef>
              <a:buNone/>
              <a:defRPr/>
            </a:lvl4pPr>
            <a:lvl5pPr indent="0" lvl="4" marL="0" algn="r">
              <a:spcBef>
                <a:spcPts val="0"/>
              </a:spcBef>
              <a:buNone/>
              <a:defRPr/>
            </a:lvl5pPr>
            <a:lvl6pPr indent="0" lvl="5" marL="0" algn="r">
              <a:spcBef>
                <a:spcPts val="0"/>
              </a:spcBef>
              <a:buNone/>
              <a:defRPr/>
            </a:lvl6pPr>
            <a:lvl7pPr indent="0" lvl="6" marL="0" algn="r">
              <a:spcBef>
                <a:spcPts val="0"/>
              </a:spcBef>
              <a:buNone/>
              <a:defRPr/>
            </a:lvl7pPr>
            <a:lvl8pPr indent="0" lvl="7" marL="0" algn="r">
              <a:spcBef>
                <a:spcPts val="0"/>
              </a:spcBef>
              <a:buNone/>
              <a:defRPr/>
            </a:lvl8pPr>
            <a:lvl9pPr indent="0" lvl="8" marL="0" algn="r">
              <a:spcBef>
                <a:spcPts val="0"/>
              </a:spcBef>
              <a:buNone/>
              <a:defRPr/>
            </a:lvl9pPr>
          </a:lstStyle>
          <a:p>
            <a:pPr indent="0" lvl="0" marL="0" rtl="0" algn="r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en-US"/>
              <a:t>‹#›</a:t>
            </a:fld>
            <a:endParaRPr/>
          </a:p>
        </p:txBody>
      </p:sp>
    </p:spTree>
  </p:cSld>
  <p:clrMapOvr>
    <a:masterClrMapping/>
  </p:clrMapOvr>
</p:sldLayout>
</file>

<file path=ppt/slideLayouts/slideLayout10.xml><?xml version="1.0" encoding="utf-8"?>
<p:sldLayout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matchingName="Picture with Caption" type="picTx">
  <p:cSld name="PICTURE_WITH_CAPTION_TEXT">
    <p:spTree>
      <p:nvGrpSpPr>
        <p:cNvPr id="66" name="Shape 66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67" name="Google Shape;67;p23"/>
          <p:cNvSpPr txBox="1"/>
          <p:nvPr>
            <p:ph type="title"/>
          </p:nvPr>
        </p:nvSpPr>
        <p:spPr>
          <a:xfrm>
            <a:off x="839788" y="457200"/>
            <a:ext cx="3932237" cy="1600200"/>
          </a:xfrm>
          <a:prstGeom prst="rect">
            <a:avLst/>
          </a:prstGeom>
          <a:noFill/>
          <a:ln>
            <a:noFill/>
          </a:ln>
        </p:spPr>
        <p:txBody>
          <a:bodyPr anchorCtr="0" anchor="b" bIns="45700" lIns="91425" spcFirstLastPara="1" rIns="91425" wrap="square" tIns="45700">
            <a:normAutofit/>
          </a:bodyPr>
          <a:lstStyle>
            <a:lvl1pPr lvl="0" algn="l">
              <a:lnSpc>
                <a:spcPct val="9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3200"/>
              <a:buFont typeface="Calibri"/>
              <a:buNone/>
              <a:defRPr sz="3200"/>
            </a:lvl1pPr>
            <a:lvl2pPr lvl="1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2pPr>
            <a:lvl3pPr lvl="2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3pPr>
            <a:lvl4pPr lvl="3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4pPr>
            <a:lvl5pPr lvl="4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5pPr>
            <a:lvl6pPr lvl="5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6pPr>
            <a:lvl7pPr lvl="6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7pPr>
            <a:lvl8pPr lvl="7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8pPr>
            <a:lvl9pPr lvl="8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9pPr>
          </a:lstStyle>
          <a:p/>
        </p:txBody>
      </p:sp>
      <p:sp>
        <p:nvSpPr>
          <p:cNvPr id="68" name="Google Shape;68;p23"/>
          <p:cNvSpPr/>
          <p:nvPr>
            <p:ph idx="2" type="pic"/>
          </p:nvPr>
        </p:nvSpPr>
        <p:spPr>
          <a:xfrm>
            <a:off x="5183188" y="987425"/>
            <a:ext cx="6172200" cy="4873625"/>
          </a:xfrm>
          <a:prstGeom prst="rect">
            <a:avLst/>
          </a:prstGeom>
          <a:noFill/>
          <a:ln>
            <a:noFill/>
          </a:ln>
        </p:spPr>
      </p:sp>
      <p:sp>
        <p:nvSpPr>
          <p:cNvPr id="69" name="Google Shape;69;p23"/>
          <p:cNvSpPr txBox="1"/>
          <p:nvPr>
            <p:ph idx="1" type="body"/>
          </p:nvPr>
        </p:nvSpPr>
        <p:spPr>
          <a:xfrm>
            <a:off x="839788" y="2057400"/>
            <a:ext cx="3932237" cy="3811588"/>
          </a:xfrm>
          <a:prstGeom prst="rect">
            <a:avLst/>
          </a:prstGeom>
          <a:noFill/>
          <a:ln>
            <a:noFill/>
          </a:ln>
        </p:spPr>
        <p:txBody>
          <a:bodyPr anchorCtr="0" anchor="t" bIns="45700" lIns="91425" spcFirstLastPara="1" rIns="91425" wrap="square" tIns="45700">
            <a:normAutofit/>
          </a:bodyPr>
          <a:lstStyle>
            <a:lvl1pPr indent="-228600" lvl="0" marL="457200" algn="l">
              <a:lnSpc>
                <a:spcPct val="90000"/>
              </a:lnSpc>
              <a:spcBef>
                <a:spcPts val="1000"/>
              </a:spcBef>
              <a:spcAft>
                <a:spcPts val="0"/>
              </a:spcAft>
              <a:buClr>
                <a:schemeClr val="dk1"/>
              </a:buClr>
              <a:buSzPts val="1600"/>
              <a:buNone/>
              <a:defRPr sz="1600"/>
            </a:lvl1pPr>
            <a:lvl2pPr indent="-228600" lvl="1" marL="9144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400"/>
              <a:buNone/>
              <a:defRPr sz="1400"/>
            </a:lvl2pPr>
            <a:lvl3pPr indent="-228600" lvl="2" marL="13716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200"/>
              <a:buNone/>
              <a:defRPr sz="1200"/>
            </a:lvl3pPr>
            <a:lvl4pPr indent="-228600" lvl="3" marL="18288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000"/>
              <a:buNone/>
              <a:defRPr sz="1000"/>
            </a:lvl4pPr>
            <a:lvl5pPr indent="-228600" lvl="4" marL="22860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000"/>
              <a:buNone/>
              <a:defRPr sz="1000"/>
            </a:lvl5pPr>
            <a:lvl6pPr indent="-228600" lvl="5" marL="27432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000"/>
              <a:buNone/>
              <a:defRPr sz="1000"/>
            </a:lvl6pPr>
            <a:lvl7pPr indent="-228600" lvl="6" marL="32004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000"/>
              <a:buNone/>
              <a:defRPr sz="1000"/>
            </a:lvl7pPr>
            <a:lvl8pPr indent="-228600" lvl="7" marL="36576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000"/>
              <a:buNone/>
              <a:defRPr sz="1000"/>
            </a:lvl8pPr>
            <a:lvl9pPr indent="-228600" lvl="8" marL="41148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000"/>
              <a:buNone/>
              <a:defRPr sz="1000"/>
            </a:lvl9pPr>
          </a:lstStyle>
          <a:p/>
        </p:txBody>
      </p:sp>
      <p:sp>
        <p:nvSpPr>
          <p:cNvPr id="70" name="Google Shape;70;p23"/>
          <p:cNvSpPr txBox="1"/>
          <p:nvPr>
            <p:ph idx="10" type="dt"/>
          </p:nvPr>
        </p:nvSpPr>
        <p:spPr>
          <a:xfrm>
            <a:off x="838200" y="6356350"/>
            <a:ext cx="2743200" cy="365125"/>
          </a:xfrm>
          <a:prstGeom prst="rect">
            <a:avLst/>
          </a:prstGeom>
          <a:noFill/>
          <a:ln>
            <a:noFill/>
          </a:ln>
        </p:spPr>
        <p:txBody>
          <a:bodyPr anchorCtr="0" anchor="ctr" bIns="45700" lIns="91425" spcFirstLastPara="1" rIns="91425" wrap="square" tIns="45700">
            <a:noAutofit/>
          </a:bodyPr>
          <a:lstStyle>
            <a:lvl1pPr lvl="0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1pPr>
            <a:lvl2pPr lvl="1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2pPr>
            <a:lvl3pPr lvl="2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3pPr>
            <a:lvl4pPr lvl="3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4pPr>
            <a:lvl5pPr lvl="4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5pPr>
            <a:lvl6pPr lvl="5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6pPr>
            <a:lvl7pPr lvl="6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7pPr>
            <a:lvl8pPr lvl="7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8pPr>
            <a:lvl9pPr lvl="8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9pPr>
          </a:lstStyle>
          <a:p/>
        </p:txBody>
      </p:sp>
      <p:sp>
        <p:nvSpPr>
          <p:cNvPr id="71" name="Google Shape;71;p23"/>
          <p:cNvSpPr txBox="1"/>
          <p:nvPr>
            <p:ph idx="11" type="ftr"/>
          </p:nvPr>
        </p:nvSpPr>
        <p:spPr>
          <a:xfrm>
            <a:off x="4038600" y="6356350"/>
            <a:ext cx="4114800" cy="365125"/>
          </a:xfrm>
          <a:prstGeom prst="rect">
            <a:avLst/>
          </a:prstGeom>
          <a:noFill/>
          <a:ln>
            <a:noFill/>
          </a:ln>
        </p:spPr>
        <p:txBody>
          <a:bodyPr anchorCtr="0" anchor="ctr" bIns="45700" lIns="91425" spcFirstLastPara="1" rIns="91425" wrap="square" tIns="45700">
            <a:noAutofit/>
          </a:bodyPr>
          <a:lstStyle>
            <a:lvl1pPr lvl="0" algn="ctr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1pPr>
            <a:lvl2pPr lvl="1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2pPr>
            <a:lvl3pPr lvl="2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3pPr>
            <a:lvl4pPr lvl="3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4pPr>
            <a:lvl5pPr lvl="4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5pPr>
            <a:lvl6pPr lvl="5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6pPr>
            <a:lvl7pPr lvl="6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7pPr>
            <a:lvl8pPr lvl="7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8pPr>
            <a:lvl9pPr lvl="8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9pPr>
          </a:lstStyle>
          <a:p/>
        </p:txBody>
      </p:sp>
      <p:sp>
        <p:nvSpPr>
          <p:cNvPr id="72" name="Google Shape;72;p23"/>
          <p:cNvSpPr txBox="1"/>
          <p:nvPr>
            <p:ph idx="12" type="sldNum"/>
          </p:nvPr>
        </p:nvSpPr>
        <p:spPr>
          <a:xfrm>
            <a:off x="8610600" y="6356350"/>
            <a:ext cx="2743200" cy="365125"/>
          </a:xfrm>
          <a:prstGeom prst="rect">
            <a:avLst/>
          </a:prstGeom>
          <a:noFill/>
          <a:ln>
            <a:noFill/>
          </a:ln>
        </p:spPr>
        <p:txBody>
          <a:bodyPr anchorCtr="0" anchor="ctr" bIns="45700" lIns="91425" spcFirstLastPara="1" rIns="91425" wrap="square" tIns="45700">
            <a:noAutofit/>
          </a:bodyPr>
          <a:lstStyle>
            <a:lvl1pPr indent="0" lvl="0" marL="0" algn="r">
              <a:spcBef>
                <a:spcPts val="0"/>
              </a:spcBef>
              <a:buNone/>
              <a:defRPr/>
            </a:lvl1pPr>
            <a:lvl2pPr indent="0" lvl="1" marL="0" algn="r">
              <a:spcBef>
                <a:spcPts val="0"/>
              </a:spcBef>
              <a:buNone/>
              <a:defRPr/>
            </a:lvl2pPr>
            <a:lvl3pPr indent="0" lvl="2" marL="0" algn="r">
              <a:spcBef>
                <a:spcPts val="0"/>
              </a:spcBef>
              <a:buNone/>
              <a:defRPr/>
            </a:lvl3pPr>
            <a:lvl4pPr indent="0" lvl="3" marL="0" algn="r">
              <a:spcBef>
                <a:spcPts val="0"/>
              </a:spcBef>
              <a:buNone/>
              <a:defRPr/>
            </a:lvl4pPr>
            <a:lvl5pPr indent="0" lvl="4" marL="0" algn="r">
              <a:spcBef>
                <a:spcPts val="0"/>
              </a:spcBef>
              <a:buNone/>
              <a:defRPr/>
            </a:lvl5pPr>
            <a:lvl6pPr indent="0" lvl="5" marL="0" algn="r">
              <a:spcBef>
                <a:spcPts val="0"/>
              </a:spcBef>
              <a:buNone/>
              <a:defRPr/>
            </a:lvl6pPr>
            <a:lvl7pPr indent="0" lvl="6" marL="0" algn="r">
              <a:spcBef>
                <a:spcPts val="0"/>
              </a:spcBef>
              <a:buNone/>
              <a:defRPr/>
            </a:lvl7pPr>
            <a:lvl8pPr indent="0" lvl="7" marL="0" algn="r">
              <a:spcBef>
                <a:spcPts val="0"/>
              </a:spcBef>
              <a:buNone/>
              <a:defRPr/>
            </a:lvl8pPr>
            <a:lvl9pPr indent="0" lvl="8" marL="0" algn="r">
              <a:spcBef>
                <a:spcPts val="0"/>
              </a:spcBef>
              <a:buNone/>
              <a:defRPr/>
            </a:lvl9pPr>
          </a:lstStyle>
          <a:p>
            <a:pPr indent="0" lvl="0" marL="0" rtl="0" algn="r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en-US"/>
              <a:t>‹#›</a:t>
            </a:fld>
            <a:endParaRPr/>
          </a:p>
        </p:txBody>
      </p:sp>
    </p:spTree>
  </p:cSld>
  <p:clrMapOvr>
    <a:masterClrMapping/>
  </p:clrMapOvr>
</p:sldLayout>
</file>

<file path=ppt/slideLayouts/slideLayout11.xml><?xml version="1.0" encoding="utf-8"?>
<p:sldLayout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matchingName="Title and Vertical Text" type="vertTx">
  <p:cSld name="VERTICAL_TEXT">
    <p:spTree>
      <p:nvGrpSpPr>
        <p:cNvPr id="73" name="Shape 73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74" name="Google Shape;74;p24"/>
          <p:cNvSpPr txBox="1"/>
          <p:nvPr>
            <p:ph type="title"/>
          </p:nvPr>
        </p:nvSpPr>
        <p:spPr>
          <a:xfrm>
            <a:off x="838200" y="365125"/>
            <a:ext cx="10515600" cy="1325563"/>
          </a:xfrm>
          <a:prstGeom prst="rect">
            <a:avLst/>
          </a:prstGeom>
          <a:noFill/>
          <a:ln>
            <a:noFill/>
          </a:ln>
        </p:spPr>
        <p:txBody>
          <a:bodyPr anchorCtr="0" anchor="ctr" bIns="45700" lIns="91425" spcFirstLastPara="1" rIns="91425" wrap="square" tIns="45700">
            <a:normAutofit/>
          </a:bodyPr>
          <a:lstStyle>
            <a:lvl1pPr lvl="0" algn="l">
              <a:lnSpc>
                <a:spcPct val="9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800"/>
              <a:buNone/>
              <a:defRPr/>
            </a:lvl1pPr>
            <a:lvl2pPr lvl="1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2pPr>
            <a:lvl3pPr lvl="2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3pPr>
            <a:lvl4pPr lvl="3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4pPr>
            <a:lvl5pPr lvl="4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5pPr>
            <a:lvl6pPr lvl="5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6pPr>
            <a:lvl7pPr lvl="6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7pPr>
            <a:lvl8pPr lvl="7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8pPr>
            <a:lvl9pPr lvl="8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9pPr>
          </a:lstStyle>
          <a:p/>
        </p:txBody>
      </p:sp>
      <p:sp>
        <p:nvSpPr>
          <p:cNvPr id="75" name="Google Shape;75;p24"/>
          <p:cNvSpPr txBox="1"/>
          <p:nvPr>
            <p:ph idx="1" type="body"/>
          </p:nvPr>
        </p:nvSpPr>
        <p:spPr>
          <a:xfrm rot="5400000">
            <a:off x="3920331" y="-1256506"/>
            <a:ext cx="4351338" cy="10515600"/>
          </a:xfrm>
          <a:prstGeom prst="rect">
            <a:avLst/>
          </a:prstGeom>
          <a:noFill/>
          <a:ln>
            <a:noFill/>
          </a:ln>
        </p:spPr>
        <p:txBody>
          <a:bodyPr anchorCtr="0" anchor="t" bIns="45700" lIns="91425" spcFirstLastPara="1" rIns="91425" wrap="square" tIns="45700">
            <a:normAutofit/>
          </a:bodyPr>
          <a:lstStyle>
            <a:lvl1pPr indent="-342900" lvl="0" marL="457200" algn="l">
              <a:lnSpc>
                <a:spcPct val="90000"/>
              </a:lnSpc>
              <a:spcBef>
                <a:spcPts val="100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1pPr>
            <a:lvl2pPr indent="-342900" lvl="1" marL="9144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2pPr>
            <a:lvl3pPr indent="-342900" lvl="2" marL="13716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3pPr>
            <a:lvl4pPr indent="-342900" lvl="3" marL="18288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4pPr>
            <a:lvl5pPr indent="-342900" lvl="4" marL="22860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5pPr>
            <a:lvl6pPr indent="-342900" lvl="5" marL="27432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6pPr>
            <a:lvl7pPr indent="-342900" lvl="6" marL="32004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7pPr>
            <a:lvl8pPr indent="-342900" lvl="7" marL="36576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8pPr>
            <a:lvl9pPr indent="-342900" lvl="8" marL="41148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9pPr>
          </a:lstStyle>
          <a:p/>
        </p:txBody>
      </p:sp>
      <p:sp>
        <p:nvSpPr>
          <p:cNvPr id="76" name="Google Shape;76;p24"/>
          <p:cNvSpPr txBox="1"/>
          <p:nvPr>
            <p:ph idx="10" type="dt"/>
          </p:nvPr>
        </p:nvSpPr>
        <p:spPr>
          <a:xfrm>
            <a:off x="838200" y="6356350"/>
            <a:ext cx="2743200" cy="365125"/>
          </a:xfrm>
          <a:prstGeom prst="rect">
            <a:avLst/>
          </a:prstGeom>
          <a:noFill/>
          <a:ln>
            <a:noFill/>
          </a:ln>
        </p:spPr>
        <p:txBody>
          <a:bodyPr anchorCtr="0" anchor="ctr" bIns="45700" lIns="91425" spcFirstLastPara="1" rIns="91425" wrap="square" tIns="45700">
            <a:noAutofit/>
          </a:bodyPr>
          <a:lstStyle>
            <a:lvl1pPr lvl="0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1pPr>
            <a:lvl2pPr lvl="1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2pPr>
            <a:lvl3pPr lvl="2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3pPr>
            <a:lvl4pPr lvl="3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4pPr>
            <a:lvl5pPr lvl="4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5pPr>
            <a:lvl6pPr lvl="5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6pPr>
            <a:lvl7pPr lvl="6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7pPr>
            <a:lvl8pPr lvl="7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8pPr>
            <a:lvl9pPr lvl="8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9pPr>
          </a:lstStyle>
          <a:p/>
        </p:txBody>
      </p:sp>
      <p:sp>
        <p:nvSpPr>
          <p:cNvPr id="77" name="Google Shape;77;p24"/>
          <p:cNvSpPr txBox="1"/>
          <p:nvPr>
            <p:ph idx="11" type="ftr"/>
          </p:nvPr>
        </p:nvSpPr>
        <p:spPr>
          <a:xfrm>
            <a:off x="4038600" y="6356350"/>
            <a:ext cx="4114800" cy="365125"/>
          </a:xfrm>
          <a:prstGeom prst="rect">
            <a:avLst/>
          </a:prstGeom>
          <a:noFill/>
          <a:ln>
            <a:noFill/>
          </a:ln>
        </p:spPr>
        <p:txBody>
          <a:bodyPr anchorCtr="0" anchor="ctr" bIns="45700" lIns="91425" spcFirstLastPara="1" rIns="91425" wrap="square" tIns="45700">
            <a:noAutofit/>
          </a:bodyPr>
          <a:lstStyle>
            <a:lvl1pPr lvl="0" algn="ctr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1pPr>
            <a:lvl2pPr lvl="1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2pPr>
            <a:lvl3pPr lvl="2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3pPr>
            <a:lvl4pPr lvl="3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4pPr>
            <a:lvl5pPr lvl="4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5pPr>
            <a:lvl6pPr lvl="5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6pPr>
            <a:lvl7pPr lvl="6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7pPr>
            <a:lvl8pPr lvl="7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8pPr>
            <a:lvl9pPr lvl="8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9pPr>
          </a:lstStyle>
          <a:p/>
        </p:txBody>
      </p:sp>
      <p:sp>
        <p:nvSpPr>
          <p:cNvPr id="78" name="Google Shape;78;p24"/>
          <p:cNvSpPr txBox="1"/>
          <p:nvPr>
            <p:ph idx="12" type="sldNum"/>
          </p:nvPr>
        </p:nvSpPr>
        <p:spPr>
          <a:xfrm>
            <a:off x="8610600" y="6356350"/>
            <a:ext cx="2743200" cy="365125"/>
          </a:xfrm>
          <a:prstGeom prst="rect">
            <a:avLst/>
          </a:prstGeom>
          <a:noFill/>
          <a:ln>
            <a:noFill/>
          </a:ln>
        </p:spPr>
        <p:txBody>
          <a:bodyPr anchorCtr="0" anchor="ctr" bIns="45700" lIns="91425" spcFirstLastPara="1" rIns="91425" wrap="square" tIns="45700">
            <a:noAutofit/>
          </a:bodyPr>
          <a:lstStyle>
            <a:lvl1pPr indent="0" lvl="0" marL="0" algn="r">
              <a:spcBef>
                <a:spcPts val="0"/>
              </a:spcBef>
              <a:buNone/>
              <a:defRPr/>
            </a:lvl1pPr>
            <a:lvl2pPr indent="0" lvl="1" marL="0" algn="r">
              <a:spcBef>
                <a:spcPts val="0"/>
              </a:spcBef>
              <a:buNone/>
              <a:defRPr/>
            </a:lvl2pPr>
            <a:lvl3pPr indent="0" lvl="2" marL="0" algn="r">
              <a:spcBef>
                <a:spcPts val="0"/>
              </a:spcBef>
              <a:buNone/>
              <a:defRPr/>
            </a:lvl3pPr>
            <a:lvl4pPr indent="0" lvl="3" marL="0" algn="r">
              <a:spcBef>
                <a:spcPts val="0"/>
              </a:spcBef>
              <a:buNone/>
              <a:defRPr/>
            </a:lvl4pPr>
            <a:lvl5pPr indent="0" lvl="4" marL="0" algn="r">
              <a:spcBef>
                <a:spcPts val="0"/>
              </a:spcBef>
              <a:buNone/>
              <a:defRPr/>
            </a:lvl5pPr>
            <a:lvl6pPr indent="0" lvl="5" marL="0" algn="r">
              <a:spcBef>
                <a:spcPts val="0"/>
              </a:spcBef>
              <a:buNone/>
              <a:defRPr/>
            </a:lvl6pPr>
            <a:lvl7pPr indent="0" lvl="6" marL="0" algn="r">
              <a:spcBef>
                <a:spcPts val="0"/>
              </a:spcBef>
              <a:buNone/>
              <a:defRPr/>
            </a:lvl7pPr>
            <a:lvl8pPr indent="0" lvl="7" marL="0" algn="r">
              <a:spcBef>
                <a:spcPts val="0"/>
              </a:spcBef>
              <a:buNone/>
              <a:defRPr/>
            </a:lvl8pPr>
            <a:lvl9pPr indent="0" lvl="8" marL="0" algn="r">
              <a:spcBef>
                <a:spcPts val="0"/>
              </a:spcBef>
              <a:buNone/>
              <a:defRPr/>
            </a:lvl9pPr>
          </a:lstStyle>
          <a:p>
            <a:pPr indent="0" lvl="0" marL="0" rtl="0" algn="r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en-US"/>
              <a:t>‹#›</a:t>
            </a:fld>
            <a:endParaRPr/>
          </a:p>
        </p:txBody>
      </p:sp>
    </p:spTree>
  </p:cSld>
  <p:clrMapOvr>
    <a:masterClrMapping/>
  </p:clrMapOvr>
</p:sldLayout>
</file>

<file path=ppt/slideLayouts/slideLayout12.xml><?xml version="1.0" encoding="utf-8"?>
<p:sldLayout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matchingName="Vertical Title and Text" type="vertTitleAndTx">
  <p:cSld name="VERTICAL_TITLE_AND_VERTICAL_TEXT">
    <p:spTree>
      <p:nvGrpSpPr>
        <p:cNvPr id="79" name="Shape 79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80" name="Google Shape;80;p25"/>
          <p:cNvSpPr txBox="1"/>
          <p:nvPr>
            <p:ph type="title"/>
          </p:nvPr>
        </p:nvSpPr>
        <p:spPr>
          <a:xfrm rot="5400000">
            <a:off x="7133431" y="1956594"/>
            <a:ext cx="5811838" cy="2628900"/>
          </a:xfrm>
          <a:prstGeom prst="rect">
            <a:avLst/>
          </a:prstGeom>
          <a:noFill/>
          <a:ln>
            <a:noFill/>
          </a:ln>
        </p:spPr>
        <p:txBody>
          <a:bodyPr anchorCtr="0" anchor="ctr" bIns="45700" lIns="91425" spcFirstLastPara="1" rIns="91425" wrap="square" tIns="45700">
            <a:normAutofit/>
          </a:bodyPr>
          <a:lstStyle>
            <a:lvl1pPr lvl="0" algn="l">
              <a:lnSpc>
                <a:spcPct val="9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800"/>
              <a:buNone/>
              <a:defRPr/>
            </a:lvl1pPr>
            <a:lvl2pPr lvl="1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2pPr>
            <a:lvl3pPr lvl="2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3pPr>
            <a:lvl4pPr lvl="3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4pPr>
            <a:lvl5pPr lvl="4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5pPr>
            <a:lvl6pPr lvl="5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6pPr>
            <a:lvl7pPr lvl="6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7pPr>
            <a:lvl8pPr lvl="7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8pPr>
            <a:lvl9pPr lvl="8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9pPr>
          </a:lstStyle>
          <a:p/>
        </p:txBody>
      </p:sp>
      <p:sp>
        <p:nvSpPr>
          <p:cNvPr id="81" name="Google Shape;81;p25"/>
          <p:cNvSpPr txBox="1"/>
          <p:nvPr>
            <p:ph idx="1" type="body"/>
          </p:nvPr>
        </p:nvSpPr>
        <p:spPr>
          <a:xfrm rot="5400000">
            <a:off x="1799431" y="-596106"/>
            <a:ext cx="5811838" cy="7734300"/>
          </a:xfrm>
          <a:prstGeom prst="rect">
            <a:avLst/>
          </a:prstGeom>
          <a:noFill/>
          <a:ln>
            <a:noFill/>
          </a:ln>
        </p:spPr>
        <p:txBody>
          <a:bodyPr anchorCtr="0" anchor="t" bIns="45700" lIns="91425" spcFirstLastPara="1" rIns="91425" wrap="square" tIns="45700">
            <a:normAutofit/>
          </a:bodyPr>
          <a:lstStyle>
            <a:lvl1pPr indent="-342900" lvl="0" marL="457200" algn="l">
              <a:lnSpc>
                <a:spcPct val="90000"/>
              </a:lnSpc>
              <a:spcBef>
                <a:spcPts val="100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1pPr>
            <a:lvl2pPr indent="-342900" lvl="1" marL="9144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2pPr>
            <a:lvl3pPr indent="-342900" lvl="2" marL="13716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3pPr>
            <a:lvl4pPr indent="-342900" lvl="3" marL="18288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4pPr>
            <a:lvl5pPr indent="-342900" lvl="4" marL="22860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5pPr>
            <a:lvl6pPr indent="-342900" lvl="5" marL="27432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6pPr>
            <a:lvl7pPr indent="-342900" lvl="6" marL="32004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7pPr>
            <a:lvl8pPr indent="-342900" lvl="7" marL="36576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8pPr>
            <a:lvl9pPr indent="-342900" lvl="8" marL="41148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9pPr>
          </a:lstStyle>
          <a:p/>
        </p:txBody>
      </p:sp>
      <p:sp>
        <p:nvSpPr>
          <p:cNvPr id="82" name="Google Shape;82;p25"/>
          <p:cNvSpPr txBox="1"/>
          <p:nvPr>
            <p:ph idx="10" type="dt"/>
          </p:nvPr>
        </p:nvSpPr>
        <p:spPr>
          <a:xfrm>
            <a:off x="838200" y="6356350"/>
            <a:ext cx="2743200" cy="365125"/>
          </a:xfrm>
          <a:prstGeom prst="rect">
            <a:avLst/>
          </a:prstGeom>
          <a:noFill/>
          <a:ln>
            <a:noFill/>
          </a:ln>
        </p:spPr>
        <p:txBody>
          <a:bodyPr anchorCtr="0" anchor="ctr" bIns="45700" lIns="91425" spcFirstLastPara="1" rIns="91425" wrap="square" tIns="45700">
            <a:noAutofit/>
          </a:bodyPr>
          <a:lstStyle>
            <a:lvl1pPr lvl="0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1pPr>
            <a:lvl2pPr lvl="1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2pPr>
            <a:lvl3pPr lvl="2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3pPr>
            <a:lvl4pPr lvl="3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4pPr>
            <a:lvl5pPr lvl="4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5pPr>
            <a:lvl6pPr lvl="5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6pPr>
            <a:lvl7pPr lvl="6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7pPr>
            <a:lvl8pPr lvl="7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8pPr>
            <a:lvl9pPr lvl="8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9pPr>
          </a:lstStyle>
          <a:p/>
        </p:txBody>
      </p:sp>
      <p:sp>
        <p:nvSpPr>
          <p:cNvPr id="83" name="Google Shape;83;p25"/>
          <p:cNvSpPr txBox="1"/>
          <p:nvPr>
            <p:ph idx="11" type="ftr"/>
          </p:nvPr>
        </p:nvSpPr>
        <p:spPr>
          <a:xfrm>
            <a:off x="4038600" y="6356350"/>
            <a:ext cx="4114800" cy="365125"/>
          </a:xfrm>
          <a:prstGeom prst="rect">
            <a:avLst/>
          </a:prstGeom>
          <a:noFill/>
          <a:ln>
            <a:noFill/>
          </a:ln>
        </p:spPr>
        <p:txBody>
          <a:bodyPr anchorCtr="0" anchor="ctr" bIns="45700" lIns="91425" spcFirstLastPara="1" rIns="91425" wrap="square" tIns="45700">
            <a:noAutofit/>
          </a:bodyPr>
          <a:lstStyle>
            <a:lvl1pPr lvl="0" algn="ctr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1pPr>
            <a:lvl2pPr lvl="1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2pPr>
            <a:lvl3pPr lvl="2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3pPr>
            <a:lvl4pPr lvl="3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4pPr>
            <a:lvl5pPr lvl="4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5pPr>
            <a:lvl6pPr lvl="5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6pPr>
            <a:lvl7pPr lvl="6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7pPr>
            <a:lvl8pPr lvl="7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8pPr>
            <a:lvl9pPr lvl="8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9pPr>
          </a:lstStyle>
          <a:p/>
        </p:txBody>
      </p:sp>
      <p:sp>
        <p:nvSpPr>
          <p:cNvPr id="84" name="Google Shape;84;p25"/>
          <p:cNvSpPr txBox="1"/>
          <p:nvPr>
            <p:ph idx="12" type="sldNum"/>
          </p:nvPr>
        </p:nvSpPr>
        <p:spPr>
          <a:xfrm>
            <a:off x="8610600" y="6356350"/>
            <a:ext cx="2743200" cy="365125"/>
          </a:xfrm>
          <a:prstGeom prst="rect">
            <a:avLst/>
          </a:prstGeom>
          <a:noFill/>
          <a:ln>
            <a:noFill/>
          </a:ln>
        </p:spPr>
        <p:txBody>
          <a:bodyPr anchorCtr="0" anchor="ctr" bIns="45700" lIns="91425" spcFirstLastPara="1" rIns="91425" wrap="square" tIns="45700">
            <a:noAutofit/>
          </a:bodyPr>
          <a:lstStyle>
            <a:lvl1pPr indent="0" lvl="0" marL="0" algn="r">
              <a:spcBef>
                <a:spcPts val="0"/>
              </a:spcBef>
              <a:buNone/>
              <a:defRPr/>
            </a:lvl1pPr>
            <a:lvl2pPr indent="0" lvl="1" marL="0" algn="r">
              <a:spcBef>
                <a:spcPts val="0"/>
              </a:spcBef>
              <a:buNone/>
              <a:defRPr/>
            </a:lvl2pPr>
            <a:lvl3pPr indent="0" lvl="2" marL="0" algn="r">
              <a:spcBef>
                <a:spcPts val="0"/>
              </a:spcBef>
              <a:buNone/>
              <a:defRPr/>
            </a:lvl3pPr>
            <a:lvl4pPr indent="0" lvl="3" marL="0" algn="r">
              <a:spcBef>
                <a:spcPts val="0"/>
              </a:spcBef>
              <a:buNone/>
              <a:defRPr/>
            </a:lvl4pPr>
            <a:lvl5pPr indent="0" lvl="4" marL="0" algn="r">
              <a:spcBef>
                <a:spcPts val="0"/>
              </a:spcBef>
              <a:buNone/>
              <a:defRPr/>
            </a:lvl5pPr>
            <a:lvl6pPr indent="0" lvl="5" marL="0" algn="r">
              <a:spcBef>
                <a:spcPts val="0"/>
              </a:spcBef>
              <a:buNone/>
              <a:defRPr/>
            </a:lvl6pPr>
            <a:lvl7pPr indent="0" lvl="6" marL="0" algn="r">
              <a:spcBef>
                <a:spcPts val="0"/>
              </a:spcBef>
              <a:buNone/>
              <a:defRPr/>
            </a:lvl7pPr>
            <a:lvl8pPr indent="0" lvl="7" marL="0" algn="r">
              <a:spcBef>
                <a:spcPts val="0"/>
              </a:spcBef>
              <a:buNone/>
              <a:defRPr/>
            </a:lvl8pPr>
            <a:lvl9pPr indent="0" lvl="8" marL="0" algn="r">
              <a:spcBef>
                <a:spcPts val="0"/>
              </a:spcBef>
              <a:buNone/>
              <a:defRPr/>
            </a:lvl9pPr>
          </a:lstStyle>
          <a:p>
            <a:pPr indent="0" lvl="0" marL="0" rtl="0" algn="r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en-US"/>
              <a:t>‹#›</a:t>
            </a:fld>
            <a:endParaRPr/>
          </a:p>
        </p:txBody>
      </p:sp>
    </p:spTree>
  </p:cSld>
  <p:clrMapOvr>
    <a:masterClrMapping/>
  </p:clrMapOvr>
</p:sldLayout>
</file>

<file path=ppt/slideMasters/_rels/slideMaster1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slideLayout" Target="../slideLayouts/slideLayout2.xml"/><Relationship Id="rId3" Type="http://schemas.openxmlformats.org/officeDocument/2006/relationships/slideLayout" Target="../slideLayouts/slideLayout3.xml"/><Relationship Id="rId4" Type="http://schemas.openxmlformats.org/officeDocument/2006/relationships/slideLayout" Target="../slideLayouts/slideLayout4.xml"/><Relationship Id="rId5" Type="http://schemas.openxmlformats.org/officeDocument/2006/relationships/slideLayout" Target="../slideLayouts/slideLayout5.xml"/><Relationship Id="rId6" Type="http://schemas.openxmlformats.org/officeDocument/2006/relationships/slideLayout" Target="../slideLayouts/slideLayout6.xml"/><Relationship Id="rId7" Type="http://schemas.openxmlformats.org/officeDocument/2006/relationships/slideLayout" Target="../slideLayouts/slideLayout7.xml"/><Relationship Id="rId8" Type="http://schemas.openxmlformats.org/officeDocument/2006/relationships/slideLayout" Target="../slideLayouts/slideLayout8.xml"/><Relationship Id="rId9" Type="http://schemas.openxmlformats.org/officeDocument/2006/relationships/slideLayout" Target="../slideLayouts/slideLayout9.xml"/><Relationship Id="rId10" Type="http://schemas.openxmlformats.org/officeDocument/2006/relationships/slideLayout" Target="../slideLayouts/slideLayout10.xml"/><Relationship Id="rId11" Type="http://schemas.openxmlformats.org/officeDocument/2006/relationships/slideLayout" Target="../slideLayouts/slideLayout11.xml"/><Relationship Id="rId12" Type="http://schemas.openxmlformats.org/officeDocument/2006/relationships/slideLayout" Target="../slideLayouts/slideLayout12.xml"/><Relationship Id="rId13" Type="http://schemas.openxmlformats.org/officeDocument/2006/relationships/theme" Target="../theme/theme1.xml"/></Relationships>
</file>

<file path=ppt/slideMasters/slideMaster1.xml><?xml version="1.0" encoding="utf-8"?>
<p:sldMaster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>
  <p:cSld>
    <p:bg>
      <p:bgPr>
        <a:solidFill>
          <a:schemeClr val="lt1"/>
        </a:solidFill>
      </p:bgPr>
    </p:bg>
    <p:spTree>
      <p:nvGrpSpPr>
        <p:cNvPr id="9" name="Shape 9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0" name="Google Shape;10;p13"/>
          <p:cNvSpPr txBox="1"/>
          <p:nvPr>
            <p:ph type="title"/>
          </p:nvPr>
        </p:nvSpPr>
        <p:spPr>
          <a:xfrm>
            <a:off x="838200" y="365125"/>
            <a:ext cx="10515600" cy="1325563"/>
          </a:xfrm>
          <a:prstGeom prst="rect">
            <a:avLst/>
          </a:prstGeom>
          <a:noFill/>
          <a:ln>
            <a:noFill/>
          </a:ln>
        </p:spPr>
        <p:txBody>
          <a:bodyPr anchorCtr="0" anchor="ctr" bIns="45700" lIns="91425" spcFirstLastPara="1" rIns="91425" wrap="square" tIns="45700">
            <a:normAutofit/>
          </a:bodyPr>
          <a:lstStyle>
            <a:lvl1pPr lvl="0" marR="0" rtl="0" algn="l">
              <a:lnSpc>
                <a:spcPct val="9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4400"/>
              <a:buFont typeface="Calibri"/>
              <a:buNone/>
              <a:defRPr b="0" i="0" sz="4400" u="none" cap="none" strike="noStrik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1pPr>
            <a:lvl2pPr lvl="1">
              <a:spcBef>
                <a:spcPts val="0"/>
              </a:spcBef>
              <a:spcAft>
                <a:spcPts val="0"/>
              </a:spcAft>
              <a:buSzPts val="1400"/>
              <a:buNone/>
              <a:defRPr sz="1800"/>
            </a:lvl2pPr>
            <a:lvl3pPr lvl="2">
              <a:spcBef>
                <a:spcPts val="0"/>
              </a:spcBef>
              <a:spcAft>
                <a:spcPts val="0"/>
              </a:spcAft>
              <a:buSzPts val="1400"/>
              <a:buNone/>
              <a:defRPr sz="1800"/>
            </a:lvl3pPr>
            <a:lvl4pPr lvl="3">
              <a:spcBef>
                <a:spcPts val="0"/>
              </a:spcBef>
              <a:spcAft>
                <a:spcPts val="0"/>
              </a:spcAft>
              <a:buSzPts val="1400"/>
              <a:buNone/>
              <a:defRPr sz="1800"/>
            </a:lvl4pPr>
            <a:lvl5pPr lvl="4">
              <a:spcBef>
                <a:spcPts val="0"/>
              </a:spcBef>
              <a:spcAft>
                <a:spcPts val="0"/>
              </a:spcAft>
              <a:buSzPts val="1400"/>
              <a:buNone/>
              <a:defRPr sz="1800"/>
            </a:lvl5pPr>
            <a:lvl6pPr lvl="5">
              <a:spcBef>
                <a:spcPts val="0"/>
              </a:spcBef>
              <a:spcAft>
                <a:spcPts val="0"/>
              </a:spcAft>
              <a:buSzPts val="1400"/>
              <a:buNone/>
              <a:defRPr sz="1800"/>
            </a:lvl6pPr>
            <a:lvl7pPr lvl="6">
              <a:spcBef>
                <a:spcPts val="0"/>
              </a:spcBef>
              <a:spcAft>
                <a:spcPts val="0"/>
              </a:spcAft>
              <a:buSzPts val="1400"/>
              <a:buNone/>
              <a:defRPr sz="1800"/>
            </a:lvl7pPr>
            <a:lvl8pPr lvl="7">
              <a:spcBef>
                <a:spcPts val="0"/>
              </a:spcBef>
              <a:spcAft>
                <a:spcPts val="0"/>
              </a:spcAft>
              <a:buSzPts val="1400"/>
              <a:buNone/>
              <a:defRPr sz="1800"/>
            </a:lvl8pPr>
            <a:lvl9pPr lvl="8">
              <a:spcBef>
                <a:spcPts val="0"/>
              </a:spcBef>
              <a:spcAft>
                <a:spcPts val="0"/>
              </a:spcAft>
              <a:buSzPts val="1400"/>
              <a:buNone/>
              <a:defRPr sz="1800"/>
            </a:lvl9pPr>
          </a:lstStyle>
          <a:p/>
        </p:txBody>
      </p:sp>
      <p:sp>
        <p:nvSpPr>
          <p:cNvPr id="11" name="Google Shape;11;p13"/>
          <p:cNvSpPr txBox="1"/>
          <p:nvPr>
            <p:ph idx="1" type="body"/>
          </p:nvPr>
        </p:nvSpPr>
        <p:spPr>
          <a:xfrm>
            <a:off x="838200" y="1825625"/>
            <a:ext cx="10515600" cy="4351338"/>
          </a:xfrm>
          <a:prstGeom prst="rect">
            <a:avLst/>
          </a:prstGeom>
          <a:noFill/>
          <a:ln>
            <a:noFill/>
          </a:ln>
        </p:spPr>
        <p:txBody>
          <a:bodyPr anchorCtr="0" anchor="t" bIns="45700" lIns="91425" spcFirstLastPara="1" rIns="91425" wrap="square" tIns="45700">
            <a:normAutofit/>
          </a:bodyPr>
          <a:lstStyle>
            <a:lvl1pPr indent="-406400" lvl="0" marL="457200" marR="0" rtl="0" algn="l">
              <a:lnSpc>
                <a:spcPct val="90000"/>
              </a:lnSpc>
              <a:spcBef>
                <a:spcPts val="1000"/>
              </a:spcBef>
              <a:spcAft>
                <a:spcPts val="0"/>
              </a:spcAft>
              <a:buClr>
                <a:schemeClr val="dk1"/>
              </a:buClr>
              <a:buSzPts val="2800"/>
              <a:buFont typeface="Arial"/>
              <a:buChar char="•"/>
              <a:defRPr b="0" i="0" sz="2800" u="none" cap="none" strike="noStrik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1pPr>
            <a:lvl2pPr indent="-381000" lvl="1" marL="914400" marR="0" rtl="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2400"/>
              <a:buFont typeface="Arial"/>
              <a:buChar char="•"/>
              <a:defRPr b="0" i="0" sz="2400" u="none" cap="none" strike="noStrik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2pPr>
            <a:lvl3pPr indent="-355600" lvl="2" marL="1371600" marR="0" rtl="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2000"/>
              <a:buFont typeface="Arial"/>
              <a:buChar char="•"/>
              <a:defRPr b="0" i="0" sz="2000" u="none" cap="none" strike="noStrik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3pPr>
            <a:lvl4pPr indent="-342900" lvl="3" marL="1828800" marR="0" rtl="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800"/>
              <a:buFont typeface="Arial"/>
              <a:buChar char="•"/>
              <a:defRPr b="0" i="0" sz="1800" u="none" cap="none" strike="noStrik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4pPr>
            <a:lvl5pPr indent="-342900" lvl="4" marL="2286000" marR="0" rtl="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800"/>
              <a:buFont typeface="Arial"/>
              <a:buChar char="•"/>
              <a:defRPr b="0" i="0" sz="1800" u="none" cap="none" strike="noStrik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5pPr>
            <a:lvl6pPr indent="-342900" lvl="5" marL="2743200" marR="0" rtl="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800"/>
              <a:buFont typeface="Arial"/>
              <a:buChar char="•"/>
              <a:defRPr b="0" i="0" sz="1800" u="none" cap="none" strike="noStrik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6pPr>
            <a:lvl7pPr indent="-342900" lvl="6" marL="3200400" marR="0" rtl="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800"/>
              <a:buFont typeface="Arial"/>
              <a:buChar char="•"/>
              <a:defRPr b="0" i="0" sz="1800" u="none" cap="none" strike="noStrik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7pPr>
            <a:lvl8pPr indent="-342900" lvl="7" marL="3657600" marR="0" rtl="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800"/>
              <a:buFont typeface="Arial"/>
              <a:buChar char="•"/>
              <a:defRPr b="0" i="0" sz="1800" u="none" cap="none" strike="noStrik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8pPr>
            <a:lvl9pPr indent="-342900" lvl="8" marL="4114800" marR="0" rtl="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800"/>
              <a:buFont typeface="Arial"/>
              <a:buChar char="•"/>
              <a:defRPr b="0" i="0" sz="1800" u="none" cap="none" strike="noStrik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9pPr>
          </a:lstStyle>
          <a:p/>
        </p:txBody>
      </p:sp>
      <p:sp>
        <p:nvSpPr>
          <p:cNvPr id="12" name="Google Shape;12;p13"/>
          <p:cNvSpPr txBox="1"/>
          <p:nvPr>
            <p:ph idx="10" type="dt"/>
          </p:nvPr>
        </p:nvSpPr>
        <p:spPr>
          <a:xfrm>
            <a:off x="838200" y="6356350"/>
            <a:ext cx="2743200" cy="365125"/>
          </a:xfrm>
          <a:prstGeom prst="rect">
            <a:avLst/>
          </a:prstGeom>
          <a:noFill/>
          <a:ln>
            <a:noFill/>
          </a:ln>
        </p:spPr>
        <p:txBody>
          <a:bodyPr anchorCtr="0" anchor="ctr" bIns="45700" lIns="91425" spcFirstLastPara="1" rIns="91425" wrap="square" tIns="45700">
            <a:noAutofit/>
          </a:bodyPr>
          <a:lstStyle>
            <a:lvl1pPr lvl="0" marR="0" rtl="0" algn="l">
              <a:spcBef>
                <a:spcPts val="0"/>
              </a:spcBef>
              <a:spcAft>
                <a:spcPts val="0"/>
              </a:spcAft>
              <a:buSzPts val="1400"/>
              <a:buNone/>
              <a:defRPr b="0" i="0" sz="1200" u="none" cap="none" strike="noStrike">
                <a:solidFill>
                  <a:srgbClr val="888888"/>
                </a:solidFill>
                <a:latin typeface="Calibri"/>
                <a:ea typeface="Calibri"/>
                <a:cs typeface="Calibri"/>
                <a:sym typeface="Calibri"/>
              </a:defRPr>
            </a:lvl1pPr>
            <a:lvl2pPr lvl="1" marR="0" rtl="0" algn="l">
              <a:spcBef>
                <a:spcPts val="0"/>
              </a:spcBef>
              <a:spcAft>
                <a:spcPts val="0"/>
              </a:spcAft>
              <a:buSzPts val="1400"/>
              <a:buNone/>
              <a:defRPr b="0" i="0" sz="1800" u="none" cap="none" strike="noStrik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2pPr>
            <a:lvl3pPr lvl="2" marR="0" rtl="0" algn="l">
              <a:spcBef>
                <a:spcPts val="0"/>
              </a:spcBef>
              <a:spcAft>
                <a:spcPts val="0"/>
              </a:spcAft>
              <a:buSzPts val="1400"/>
              <a:buNone/>
              <a:defRPr b="0" i="0" sz="1800" u="none" cap="none" strike="noStrik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3pPr>
            <a:lvl4pPr lvl="3" marR="0" rtl="0" algn="l">
              <a:spcBef>
                <a:spcPts val="0"/>
              </a:spcBef>
              <a:spcAft>
                <a:spcPts val="0"/>
              </a:spcAft>
              <a:buSzPts val="1400"/>
              <a:buNone/>
              <a:defRPr b="0" i="0" sz="1800" u="none" cap="none" strike="noStrik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4pPr>
            <a:lvl5pPr lvl="4" marR="0" rtl="0" algn="l">
              <a:spcBef>
                <a:spcPts val="0"/>
              </a:spcBef>
              <a:spcAft>
                <a:spcPts val="0"/>
              </a:spcAft>
              <a:buSzPts val="1400"/>
              <a:buNone/>
              <a:defRPr b="0" i="0" sz="1800" u="none" cap="none" strike="noStrik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5pPr>
            <a:lvl6pPr lvl="5" marR="0" rtl="0" algn="l">
              <a:spcBef>
                <a:spcPts val="0"/>
              </a:spcBef>
              <a:spcAft>
                <a:spcPts val="0"/>
              </a:spcAft>
              <a:buSzPts val="1400"/>
              <a:buNone/>
              <a:defRPr b="0" i="0" sz="1800" u="none" cap="none" strike="noStrik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6pPr>
            <a:lvl7pPr lvl="6" marR="0" rtl="0" algn="l">
              <a:spcBef>
                <a:spcPts val="0"/>
              </a:spcBef>
              <a:spcAft>
                <a:spcPts val="0"/>
              </a:spcAft>
              <a:buSzPts val="1400"/>
              <a:buNone/>
              <a:defRPr b="0" i="0" sz="1800" u="none" cap="none" strike="noStrik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7pPr>
            <a:lvl8pPr lvl="7" marR="0" rtl="0" algn="l">
              <a:spcBef>
                <a:spcPts val="0"/>
              </a:spcBef>
              <a:spcAft>
                <a:spcPts val="0"/>
              </a:spcAft>
              <a:buSzPts val="1400"/>
              <a:buNone/>
              <a:defRPr b="0" i="0" sz="1800" u="none" cap="none" strike="noStrik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8pPr>
            <a:lvl9pPr lvl="8" marR="0" rtl="0" algn="l">
              <a:spcBef>
                <a:spcPts val="0"/>
              </a:spcBef>
              <a:spcAft>
                <a:spcPts val="0"/>
              </a:spcAft>
              <a:buSzPts val="1400"/>
              <a:buNone/>
              <a:defRPr b="0" i="0" sz="1800" u="none" cap="none" strike="noStrik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9pPr>
          </a:lstStyle>
          <a:p/>
        </p:txBody>
      </p:sp>
      <p:sp>
        <p:nvSpPr>
          <p:cNvPr id="13" name="Google Shape;13;p13"/>
          <p:cNvSpPr txBox="1"/>
          <p:nvPr>
            <p:ph idx="11" type="ftr"/>
          </p:nvPr>
        </p:nvSpPr>
        <p:spPr>
          <a:xfrm>
            <a:off x="4038600" y="6356350"/>
            <a:ext cx="4114800" cy="365125"/>
          </a:xfrm>
          <a:prstGeom prst="rect">
            <a:avLst/>
          </a:prstGeom>
          <a:noFill/>
          <a:ln>
            <a:noFill/>
          </a:ln>
        </p:spPr>
        <p:txBody>
          <a:bodyPr anchorCtr="0" anchor="ctr" bIns="45700" lIns="91425" spcFirstLastPara="1" rIns="91425" wrap="square" tIns="45700">
            <a:noAutofit/>
          </a:bodyPr>
          <a:lstStyle>
            <a:lvl1pPr lvl="0" marR="0" rtl="0" algn="ctr">
              <a:spcBef>
                <a:spcPts val="0"/>
              </a:spcBef>
              <a:spcAft>
                <a:spcPts val="0"/>
              </a:spcAft>
              <a:buSzPts val="1400"/>
              <a:buNone/>
              <a:defRPr b="0" i="0" sz="1200" u="none" cap="none" strike="noStrike">
                <a:solidFill>
                  <a:srgbClr val="888888"/>
                </a:solidFill>
                <a:latin typeface="Calibri"/>
                <a:ea typeface="Calibri"/>
                <a:cs typeface="Calibri"/>
                <a:sym typeface="Calibri"/>
              </a:defRPr>
            </a:lvl1pPr>
            <a:lvl2pPr lvl="1" marR="0" rtl="0" algn="l">
              <a:spcBef>
                <a:spcPts val="0"/>
              </a:spcBef>
              <a:spcAft>
                <a:spcPts val="0"/>
              </a:spcAft>
              <a:buSzPts val="1400"/>
              <a:buNone/>
              <a:defRPr b="0" i="0" sz="1800" u="none" cap="none" strike="noStrik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2pPr>
            <a:lvl3pPr lvl="2" marR="0" rtl="0" algn="l">
              <a:spcBef>
                <a:spcPts val="0"/>
              </a:spcBef>
              <a:spcAft>
                <a:spcPts val="0"/>
              </a:spcAft>
              <a:buSzPts val="1400"/>
              <a:buNone/>
              <a:defRPr b="0" i="0" sz="1800" u="none" cap="none" strike="noStrik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3pPr>
            <a:lvl4pPr lvl="3" marR="0" rtl="0" algn="l">
              <a:spcBef>
                <a:spcPts val="0"/>
              </a:spcBef>
              <a:spcAft>
                <a:spcPts val="0"/>
              </a:spcAft>
              <a:buSzPts val="1400"/>
              <a:buNone/>
              <a:defRPr b="0" i="0" sz="1800" u="none" cap="none" strike="noStrik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4pPr>
            <a:lvl5pPr lvl="4" marR="0" rtl="0" algn="l">
              <a:spcBef>
                <a:spcPts val="0"/>
              </a:spcBef>
              <a:spcAft>
                <a:spcPts val="0"/>
              </a:spcAft>
              <a:buSzPts val="1400"/>
              <a:buNone/>
              <a:defRPr b="0" i="0" sz="1800" u="none" cap="none" strike="noStrik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5pPr>
            <a:lvl6pPr lvl="5" marR="0" rtl="0" algn="l">
              <a:spcBef>
                <a:spcPts val="0"/>
              </a:spcBef>
              <a:spcAft>
                <a:spcPts val="0"/>
              </a:spcAft>
              <a:buSzPts val="1400"/>
              <a:buNone/>
              <a:defRPr b="0" i="0" sz="1800" u="none" cap="none" strike="noStrik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6pPr>
            <a:lvl7pPr lvl="6" marR="0" rtl="0" algn="l">
              <a:spcBef>
                <a:spcPts val="0"/>
              </a:spcBef>
              <a:spcAft>
                <a:spcPts val="0"/>
              </a:spcAft>
              <a:buSzPts val="1400"/>
              <a:buNone/>
              <a:defRPr b="0" i="0" sz="1800" u="none" cap="none" strike="noStrik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7pPr>
            <a:lvl8pPr lvl="7" marR="0" rtl="0" algn="l">
              <a:spcBef>
                <a:spcPts val="0"/>
              </a:spcBef>
              <a:spcAft>
                <a:spcPts val="0"/>
              </a:spcAft>
              <a:buSzPts val="1400"/>
              <a:buNone/>
              <a:defRPr b="0" i="0" sz="1800" u="none" cap="none" strike="noStrik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8pPr>
            <a:lvl9pPr lvl="8" marR="0" rtl="0" algn="l">
              <a:spcBef>
                <a:spcPts val="0"/>
              </a:spcBef>
              <a:spcAft>
                <a:spcPts val="0"/>
              </a:spcAft>
              <a:buSzPts val="1400"/>
              <a:buNone/>
              <a:defRPr b="0" i="0" sz="1800" u="none" cap="none" strike="noStrik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9pPr>
          </a:lstStyle>
          <a:p/>
        </p:txBody>
      </p:sp>
      <p:sp>
        <p:nvSpPr>
          <p:cNvPr id="14" name="Google Shape;14;p13"/>
          <p:cNvSpPr txBox="1"/>
          <p:nvPr>
            <p:ph idx="12" type="sldNum"/>
          </p:nvPr>
        </p:nvSpPr>
        <p:spPr>
          <a:xfrm>
            <a:off x="8610600" y="6356350"/>
            <a:ext cx="2743200" cy="365125"/>
          </a:xfrm>
          <a:prstGeom prst="rect">
            <a:avLst/>
          </a:prstGeom>
          <a:noFill/>
          <a:ln>
            <a:noFill/>
          </a:ln>
        </p:spPr>
        <p:txBody>
          <a:bodyPr anchorCtr="0" anchor="ctr" bIns="45700" lIns="91425" spcFirstLastPara="1" rIns="91425" wrap="square" tIns="45700">
            <a:noAutofit/>
          </a:bodyPr>
          <a:lstStyle>
            <a:lvl1pPr indent="0" lvl="0" marL="0" marR="0" rtl="0" algn="r">
              <a:spcBef>
                <a:spcPts val="0"/>
              </a:spcBef>
              <a:buNone/>
              <a:defRPr b="0" i="0" sz="1200" u="none" cap="none" strike="noStrike">
                <a:solidFill>
                  <a:srgbClr val="888888"/>
                </a:solidFill>
                <a:latin typeface="Calibri"/>
                <a:ea typeface="Calibri"/>
                <a:cs typeface="Calibri"/>
                <a:sym typeface="Calibri"/>
              </a:defRPr>
            </a:lvl1pPr>
            <a:lvl2pPr indent="0" lvl="1" marL="0" marR="0" rtl="0" algn="r">
              <a:spcBef>
                <a:spcPts val="0"/>
              </a:spcBef>
              <a:buNone/>
              <a:defRPr b="0" i="0" sz="1200" u="none" cap="none" strike="noStrike">
                <a:solidFill>
                  <a:srgbClr val="888888"/>
                </a:solidFill>
                <a:latin typeface="Calibri"/>
                <a:ea typeface="Calibri"/>
                <a:cs typeface="Calibri"/>
                <a:sym typeface="Calibri"/>
              </a:defRPr>
            </a:lvl2pPr>
            <a:lvl3pPr indent="0" lvl="2" marL="0" marR="0" rtl="0" algn="r">
              <a:spcBef>
                <a:spcPts val="0"/>
              </a:spcBef>
              <a:buNone/>
              <a:defRPr b="0" i="0" sz="1200" u="none" cap="none" strike="noStrike">
                <a:solidFill>
                  <a:srgbClr val="888888"/>
                </a:solidFill>
                <a:latin typeface="Calibri"/>
                <a:ea typeface="Calibri"/>
                <a:cs typeface="Calibri"/>
                <a:sym typeface="Calibri"/>
              </a:defRPr>
            </a:lvl3pPr>
            <a:lvl4pPr indent="0" lvl="3" marL="0" marR="0" rtl="0" algn="r">
              <a:spcBef>
                <a:spcPts val="0"/>
              </a:spcBef>
              <a:buNone/>
              <a:defRPr b="0" i="0" sz="1200" u="none" cap="none" strike="noStrike">
                <a:solidFill>
                  <a:srgbClr val="888888"/>
                </a:solidFill>
                <a:latin typeface="Calibri"/>
                <a:ea typeface="Calibri"/>
                <a:cs typeface="Calibri"/>
                <a:sym typeface="Calibri"/>
              </a:defRPr>
            </a:lvl4pPr>
            <a:lvl5pPr indent="0" lvl="4" marL="0" marR="0" rtl="0" algn="r">
              <a:spcBef>
                <a:spcPts val="0"/>
              </a:spcBef>
              <a:buNone/>
              <a:defRPr b="0" i="0" sz="1200" u="none" cap="none" strike="noStrike">
                <a:solidFill>
                  <a:srgbClr val="888888"/>
                </a:solidFill>
                <a:latin typeface="Calibri"/>
                <a:ea typeface="Calibri"/>
                <a:cs typeface="Calibri"/>
                <a:sym typeface="Calibri"/>
              </a:defRPr>
            </a:lvl5pPr>
            <a:lvl6pPr indent="0" lvl="5" marL="0" marR="0" rtl="0" algn="r">
              <a:spcBef>
                <a:spcPts val="0"/>
              </a:spcBef>
              <a:buNone/>
              <a:defRPr b="0" i="0" sz="1200" u="none" cap="none" strike="noStrike">
                <a:solidFill>
                  <a:srgbClr val="888888"/>
                </a:solidFill>
                <a:latin typeface="Calibri"/>
                <a:ea typeface="Calibri"/>
                <a:cs typeface="Calibri"/>
                <a:sym typeface="Calibri"/>
              </a:defRPr>
            </a:lvl6pPr>
            <a:lvl7pPr indent="0" lvl="6" marL="0" marR="0" rtl="0" algn="r">
              <a:spcBef>
                <a:spcPts val="0"/>
              </a:spcBef>
              <a:buNone/>
              <a:defRPr b="0" i="0" sz="1200" u="none" cap="none" strike="noStrike">
                <a:solidFill>
                  <a:srgbClr val="888888"/>
                </a:solidFill>
                <a:latin typeface="Calibri"/>
                <a:ea typeface="Calibri"/>
                <a:cs typeface="Calibri"/>
                <a:sym typeface="Calibri"/>
              </a:defRPr>
            </a:lvl7pPr>
            <a:lvl8pPr indent="0" lvl="7" marL="0" marR="0" rtl="0" algn="r">
              <a:spcBef>
                <a:spcPts val="0"/>
              </a:spcBef>
              <a:buNone/>
              <a:defRPr b="0" i="0" sz="1200" u="none" cap="none" strike="noStrike">
                <a:solidFill>
                  <a:srgbClr val="888888"/>
                </a:solidFill>
                <a:latin typeface="Calibri"/>
                <a:ea typeface="Calibri"/>
                <a:cs typeface="Calibri"/>
                <a:sym typeface="Calibri"/>
              </a:defRPr>
            </a:lvl8pPr>
            <a:lvl9pPr indent="0" lvl="8" marL="0" marR="0" rtl="0" algn="r">
              <a:spcBef>
                <a:spcPts val="0"/>
              </a:spcBef>
              <a:buNone/>
              <a:defRPr b="0" i="0" sz="1200" u="none" cap="none" strike="noStrike">
                <a:solidFill>
                  <a:srgbClr val="888888"/>
                </a:solidFill>
                <a:latin typeface="Calibri"/>
                <a:ea typeface="Calibri"/>
                <a:cs typeface="Calibri"/>
                <a:sym typeface="Calibri"/>
              </a:defRPr>
            </a:lvl9pPr>
          </a:lstStyle>
          <a:p>
            <a:pPr indent="0" lvl="0" marL="0" rtl="0" algn="r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en-US"/>
              <a:t>‹#›</a:t>
            </a:fld>
            <a:endParaRPr/>
          </a:p>
        </p:txBody>
      </p:sp>
    </p:spTree>
  </p:cSld>
  <p:clrMap accent1="accent1" accent2="accent2" accent3="accent3" accent4="accent4" accent5="accent5" accent6="accent6" bg1="lt1" bg2="dk2" tx1="dk1" tx2="lt2" folHlink="folHlink" hlink="hlink"/>
  <p:sldLayoutIdLst>
    <p:sldLayoutId id="2147483649" r:id="rId1"/>
    <p:sldLayoutId id="2147483650" r:id="rId2"/>
    <p:sldLayoutId id="2147483651" r:id="rId3"/>
    <p:sldLayoutId id="2147483652" r:id="rId4"/>
    <p:sldLayoutId id="2147483653" r:id="rId5"/>
    <p:sldLayoutId id="2147483654" r:id="rId6"/>
    <p:sldLayoutId id="2147483655" r:id="rId7"/>
    <p:sldLayoutId id="2147483656" r:id="rId8"/>
    <p:sldLayoutId id="2147483657" r:id="rId9"/>
    <p:sldLayoutId id="2147483658" r:id="rId10"/>
    <p:sldLayoutId id="2147483659" r:id="rId11"/>
    <p:sldLayoutId id="2147483660" r:id="rId12"/>
  </p:sldLayoutIdLst>
  <p:hf dt="0" ftr="0" hdr="0" sldNum="0"/>
  <p:txStyles>
    <p:titleStyle>
      <a:defPPr lvl="0" marR="0" rtl="0" algn="l">
        <a:lnSpc>
          <a:spcPct val="100000"/>
        </a:lnSpc>
        <a:spcBef>
          <a:spcPts val="0"/>
        </a:spcBef>
        <a:spcAft>
          <a:spcPts val="0"/>
        </a:spcAft>
      </a:defPPr>
      <a:lvl1pPr lvl="0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pc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1pPr>
      <a:lvl2pPr lvl="1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pc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2pPr>
      <a:lvl3pPr lvl="2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pc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3pPr>
      <a:lvl4pPr lvl="3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pc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4pPr>
      <a:lvl5pPr lvl="4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pc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5pPr>
      <a:lvl6pPr lvl="5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pc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6pPr>
      <a:lvl7pPr lvl="6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pc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7pPr>
      <a:lvl8pPr lvl="7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pc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8pPr>
      <a:lvl9pPr lvl="8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pc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9pPr>
    </p:titleStyle>
    <p:bodyStyle>
      <a:defPPr lvl="0" marR="0" rtl="0" algn="l">
        <a:lnSpc>
          <a:spcPct val="100000"/>
        </a:lnSpc>
        <a:spcBef>
          <a:spcPts val="0"/>
        </a:spcBef>
        <a:spcAft>
          <a:spcPts val="0"/>
        </a:spcAft>
      </a:defPPr>
      <a:lvl1pPr lvl="0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pc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1pPr>
      <a:lvl2pPr lvl="1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pc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2pPr>
      <a:lvl3pPr lvl="2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pc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3pPr>
      <a:lvl4pPr lvl="3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pc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4pPr>
      <a:lvl5pPr lvl="4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pc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5pPr>
      <a:lvl6pPr lvl="5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pc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6pPr>
      <a:lvl7pPr lvl="6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pc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7pPr>
      <a:lvl8pPr lvl="7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pc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8pPr>
      <a:lvl9pPr lvl="8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pc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9pPr>
    </p:bodyStyle>
    <p:otherStyle>
      <a:defPPr lvl="0" marR="0" rtl="0" algn="l">
        <a:lnSpc>
          <a:spcPct val="100000"/>
        </a:lnSpc>
        <a:spcBef>
          <a:spcPts val="0"/>
        </a:spcBef>
        <a:spcAft>
          <a:spcPts val="0"/>
        </a:spcAft>
      </a:defPPr>
      <a:lvl1pPr lvl="0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pc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1pPr>
      <a:lvl2pPr lvl="1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pc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2pPr>
      <a:lvl3pPr lvl="2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pc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3pPr>
      <a:lvl4pPr lvl="3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pc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4pPr>
      <a:lvl5pPr lvl="4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pc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5pPr>
      <a:lvl6pPr lvl="5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pc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6pPr>
      <a:lvl7pPr lvl="6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pc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7pPr>
      <a:lvl8pPr lvl="7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pc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8pPr>
      <a:lvl9pPr lvl="8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pc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9pPr>
    </p:otherStyle>
  </p:txStyles>
</p:sldMaster>
</file>

<file path=ppt/slides/_rels/slide1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1.xml"/><Relationship Id="rId3" Type="http://schemas.openxmlformats.org/officeDocument/2006/relationships/image" Target="../media/image1.png"/></Relationships>
</file>

<file path=ppt/slides/_rels/slide2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2.xml"/><Relationship Id="rId2" Type="http://schemas.openxmlformats.org/officeDocument/2006/relationships/notesSlide" Target="../notesSlides/notesSlide2.xml"/></Relationships>
</file>

<file path=ppt/slides/_rels/slide3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2.xml"/><Relationship Id="rId2" Type="http://schemas.openxmlformats.org/officeDocument/2006/relationships/notesSlide" Target="../notesSlides/notesSlide3.xml"/></Relationships>
</file>

<file path=ppt/slides/_rels/slide4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2.xml"/><Relationship Id="rId2" Type="http://schemas.openxmlformats.org/officeDocument/2006/relationships/notesSlide" Target="../notesSlides/notesSlide4.xml"/></Relationships>
</file>

<file path=ppt/slides/_rels/slide5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2.xml"/><Relationship Id="rId2" Type="http://schemas.openxmlformats.org/officeDocument/2006/relationships/notesSlide" Target="../notesSlides/notesSlide5.xml"/></Relationships>
</file>

<file path=ppt/slides/_rels/slide6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2.xml"/><Relationship Id="rId2" Type="http://schemas.openxmlformats.org/officeDocument/2006/relationships/notesSlide" Target="../notesSlides/notesSlide6.xml"/></Relationships>
</file>

<file path=ppt/slides/_rels/slide7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2.xml"/><Relationship Id="rId2" Type="http://schemas.openxmlformats.org/officeDocument/2006/relationships/notesSlide" Target="../notesSlides/notesSlide7.xml"/></Relationships>
</file>

<file path=ppt/slides/_rels/slide8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2.xml"/><Relationship Id="rId2" Type="http://schemas.openxmlformats.org/officeDocument/2006/relationships/notesSlide" Target="../notesSlides/notesSlide8.xml"/></Relationships>
</file>

<file path=ppt/slides/_rels/slide9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2.xml"/><Relationship Id="rId2" Type="http://schemas.openxmlformats.org/officeDocument/2006/relationships/notesSlide" Target="../notesSlides/notesSlide9.xml"/></Relationships>
</file>

<file path=ppt/slides/_rels/slide10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2.xml"/><Relationship Id="rId2" Type="http://schemas.openxmlformats.org/officeDocument/2006/relationships/notesSlide" Target="../notesSlides/notesSlide10.xml"/></Relationships>
</file>

<file path=ppt/slides/_rels/slide11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2.xml"/><Relationship Id="rId2" Type="http://schemas.openxmlformats.org/officeDocument/2006/relationships/notesSlide" Target="../notesSlides/notesSlide11.xml"/></Relationships>
</file>

<file path=ppt/slides/_rels/slide12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12.xml"/></Relationships>
</file>

<file path=ppt/slides/slide1.xml><?xml version="1.0" encoding="utf-8"?>
<p:sld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>
  <p:cSld>
    <p:spTree>
      <p:nvGrpSpPr>
        <p:cNvPr id="89" name="Shape 89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90" name="Google Shape;90;p1"/>
          <p:cNvSpPr/>
          <p:nvPr/>
        </p:nvSpPr>
        <p:spPr>
          <a:xfrm>
            <a:off x="777240" y="676656"/>
            <a:ext cx="2423160" cy="347472"/>
          </a:xfrm>
          <a:prstGeom prst="roundRect">
            <a:avLst>
              <a:gd fmla="val 50000" name="adj"/>
            </a:avLst>
          </a:prstGeom>
          <a:solidFill>
            <a:srgbClr val="FFFFFF"/>
          </a:solidFill>
          <a:ln cap="flat" cmpd="sng" w="12700">
            <a:solidFill>
              <a:srgbClr val="D9D3F0"/>
            </a:solidFill>
            <a:prstDash val="solid"/>
            <a:round/>
            <a:headEnd len="sm" w="sm" type="none"/>
            <a:tailEnd len="sm" w="sm" type="none"/>
          </a:ln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  <p:sp>
        <p:nvSpPr>
          <p:cNvPr id="91" name="Google Shape;91;p1"/>
          <p:cNvSpPr txBox="1"/>
          <p:nvPr/>
        </p:nvSpPr>
        <p:spPr>
          <a:xfrm>
            <a:off x="777240" y="676656"/>
            <a:ext cx="2423160" cy="347472"/>
          </a:xfrm>
          <a:prstGeom prst="rect">
            <a:avLst/>
          </a:prstGeom>
          <a:noFill/>
          <a:ln>
            <a:noFill/>
          </a:ln>
        </p:spPr>
        <p:txBody>
          <a:bodyPr anchorCtr="0" anchor="ctr" bIns="0" lIns="0" spcFirstLastPara="1" rIns="0" wrap="square" tIns="0">
            <a:noAutofit/>
          </a:bodyPr>
          <a:lstStyle/>
          <a:p>
            <a:pPr indent="0" lvl="0" marL="0" marR="0" rtl="0" algn="ctr">
              <a:spcBef>
                <a:spcPts val="0"/>
              </a:spcBef>
              <a:spcAft>
                <a:spcPts val="0"/>
              </a:spcAft>
              <a:buClr>
                <a:srgbClr val="6D28D9"/>
              </a:buClr>
              <a:buSzPts val="1100"/>
              <a:buFont typeface="Arial"/>
              <a:buNone/>
            </a:pPr>
            <a:r>
              <a:rPr b="1" i="0" lang="en-US" sz="1100" u="none" cap="none" strike="noStrike">
                <a:solidFill>
                  <a:srgbClr val="6D28D9"/>
                </a:solidFill>
                <a:latin typeface="Arial"/>
                <a:ea typeface="Arial"/>
                <a:cs typeface="Arial"/>
                <a:sym typeface="Arial"/>
              </a:rPr>
              <a:t>SAMSUNG PRISM</a:t>
            </a:r>
            <a:endParaRPr b="0" i="0" sz="1100" u="none" cap="none" strike="noStrik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92" name="Google Shape;92;p1"/>
          <p:cNvSpPr txBox="1"/>
          <p:nvPr/>
        </p:nvSpPr>
        <p:spPr>
          <a:xfrm>
            <a:off x="777240" y="1207008"/>
            <a:ext cx="6126480" cy="749808"/>
          </a:xfrm>
          <a:prstGeom prst="rect">
            <a:avLst/>
          </a:prstGeom>
          <a:noFill/>
          <a:ln>
            <a:noFill/>
          </a:ln>
        </p:spPr>
        <p:txBody>
          <a:bodyPr anchorCtr="0" anchor="ctr" bIns="0" lIns="0" spcFirstLastPara="1" rIns="0" wrap="square" tIns="0">
            <a:noAutofit/>
          </a:bodyPr>
          <a:lstStyle/>
          <a:p>
            <a:pPr indent="0" lvl="0" marL="0" marR="0" rtl="0" algn="l">
              <a:spcBef>
                <a:spcPts val="0"/>
              </a:spcBef>
              <a:spcAft>
                <a:spcPts val="0"/>
              </a:spcAft>
              <a:buClr>
                <a:srgbClr val="14142B"/>
              </a:buClr>
              <a:buSzPts val="5000"/>
              <a:buFont typeface="Arial"/>
              <a:buNone/>
            </a:pPr>
            <a:r>
              <a:rPr b="1" i="0" lang="en-US" sz="5000" u="none" cap="none" strike="noStrike">
                <a:solidFill>
                  <a:srgbClr val="14142B"/>
                </a:solidFill>
                <a:latin typeface="Arial"/>
                <a:ea typeface="Arial"/>
                <a:cs typeface="Arial"/>
                <a:sym typeface="Arial"/>
              </a:rPr>
              <a:t>Generative AI</a:t>
            </a:r>
            <a:endParaRPr b="0" i="0" sz="5000" u="none" cap="none" strike="noStrik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93" name="Google Shape;93;p1"/>
          <p:cNvSpPr txBox="1"/>
          <p:nvPr/>
        </p:nvSpPr>
        <p:spPr>
          <a:xfrm>
            <a:off x="777240" y="1901952"/>
            <a:ext cx="6126480" cy="749808"/>
          </a:xfrm>
          <a:prstGeom prst="rect">
            <a:avLst/>
          </a:prstGeom>
          <a:noFill/>
          <a:ln>
            <a:noFill/>
          </a:ln>
        </p:spPr>
        <p:txBody>
          <a:bodyPr anchorCtr="0" anchor="ctr" bIns="0" lIns="0" spcFirstLastPara="1" rIns="0" wrap="square" tIns="0">
            <a:noAutofit/>
          </a:bodyPr>
          <a:lstStyle/>
          <a:p>
            <a:pPr indent="0" lvl="0" marL="0" marR="0" rtl="0" algn="l">
              <a:spcBef>
                <a:spcPts val="0"/>
              </a:spcBef>
              <a:spcAft>
                <a:spcPts val="0"/>
              </a:spcAft>
              <a:buClr>
                <a:srgbClr val="6D28D9"/>
              </a:buClr>
              <a:buSzPts val="5000"/>
              <a:buFont typeface="Arial"/>
              <a:buNone/>
            </a:pPr>
            <a:r>
              <a:rPr b="1" i="0" lang="en-US" sz="5000" u="none" cap="none" strike="noStrike">
                <a:solidFill>
                  <a:srgbClr val="6D28D9"/>
                </a:solidFill>
                <a:latin typeface="Arial"/>
                <a:ea typeface="Arial"/>
                <a:cs typeface="Arial"/>
                <a:sym typeface="Arial"/>
              </a:rPr>
              <a:t>Hackathon</a:t>
            </a:r>
            <a:endParaRPr b="0" i="0" sz="5000" u="none" cap="none" strike="noStrik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94" name="Google Shape;94;p1"/>
          <p:cNvSpPr txBox="1"/>
          <p:nvPr/>
        </p:nvSpPr>
        <p:spPr>
          <a:xfrm>
            <a:off x="777240" y="2724912"/>
            <a:ext cx="6126480" cy="457200"/>
          </a:xfrm>
          <a:prstGeom prst="rect">
            <a:avLst/>
          </a:prstGeom>
          <a:noFill/>
          <a:ln>
            <a:noFill/>
          </a:ln>
        </p:spPr>
        <p:txBody>
          <a:bodyPr anchorCtr="0" anchor="ctr" bIns="0" lIns="0" spcFirstLastPara="1" rIns="0" wrap="square" tIns="0">
            <a:noAutofit/>
          </a:bodyPr>
          <a:lstStyle/>
          <a:p>
            <a:pPr indent="0" lvl="0" marL="0" marR="0" rtl="0" algn="l">
              <a:spcBef>
                <a:spcPts val="0"/>
              </a:spcBef>
              <a:spcAft>
                <a:spcPts val="0"/>
              </a:spcAft>
              <a:buClr>
                <a:srgbClr val="14142B"/>
              </a:buClr>
              <a:buSzPts val="2500"/>
              <a:buFont typeface="Arial"/>
              <a:buNone/>
            </a:pPr>
            <a:r>
              <a:rPr b="1" i="0" lang="en-US" sz="2500" u="none" cap="none" strike="noStrike">
                <a:solidFill>
                  <a:srgbClr val="14142B"/>
                </a:solidFill>
                <a:latin typeface="Arial"/>
                <a:ea typeface="Arial"/>
                <a:cs typeface="Arial"/>
                <a:sym typeface="Arial"/>
              </a:rPr>
              <a:t>3rd Edition</a:t>
            </a:r>
            <a:r>
              <a:rPr b="0" i="0" lang="en-US" sz="2000" u="none" cap="none" strike="noStrike">
                <a:solidFill>
                  <a:srgbClr val="63637E"/>
                </a:solidFill>
                <a:latin typeface="Calibri"/>
                <a:ea typeface="Calibri"/>
                <a:cs typeface="Calibri"/>
                <a:sym typeface="Calibri"/>
              </a:rPr>
              <a:t>   2026 – 27</a:t>
            </a:r>
            <a:endParaRPr b="0" i="0" sz="2500" u="none" cap="none" strike="noStrik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95" name="Google Shape;95;p1"/>
          <p:cNvSpPr txBox="1"/>
          <p:nvPr/>
        </p:nvSpPr>
        <p:spPr>
          <a:xfrm>
            <a:off x="777240" y="3310128"/>
            <a:ext cx="5852160" cy="777240"/>
          </a:xfrm>
          <a:prstGeom prst="rect">
            <a:avLst/>
          </a:prstGeom>
          <a:noFill/>
          <a:ln>
            <a:noFill/>
          </a:ln>
        </p:spPr>
        <p:txBody>
          <a:bodyPr anchorCtr="0" anchor="t" bIns="0" lIns="0" spcFirstLastPara="1" rIns="0" wrap="square" tIns="0">
            <a:noAutofit/>
          </a:bodyPr>
          <a:lstStyle/>
          <a:p>
            <a:pPr indent="-177800" lvl="0" marL="177800" marR="0" rtl="0" algn="l">
              <a:spcBef>
                <a:spcPts val="0"/>
              </a:spcBef>
              <a:spcAft>
                <a:spcPts val="0"/>
              </a:spcAft>
              <a:buClr>
                <a:srgbClr val="63637E"/>
              </a:buClr>
              <a:buSzPts val="1600"/>
              <a:buFont typeface="Calibri"/>
              <a:buChar char="•"/>
            </a:pPr>
            <a:endParaRPr/>
          </a:p>
          <a:p>
            <a:r>
              <a:rPr b="1" sz="1300">
                <a:solidFill>
                  <a:srgbClr val="1E293B"/>
                </a:solidFill>
              </a:rPr>
              <a:t>Theme ID - </a:t>
            </a:r>
            <a:r>
              <a:rPr b="0" sz="1300">
                <a:solidFill>
                  <a:srgbClr val="0E7490"/>
                </a:solidFill>
              </a:rPr>
              <a:t>Theme 01: Agentic Code Intelligence</a:t>
            </a:r>
          </a:p>
          <a:p>
            <a:r>
              <a:rPr b="1" sz="1300">
                <a:solidFill>
                  <a:srgbClr val="1E293B"/>
                </a:solidFill>
              </a:rPr>
              <a:t>Project Name - </a:t>
            </a:r>
            <a:r>
              <a:rPr b="0" sz="1300">
                <a:solidFill>
                  <a:srgbClr val="0E7490"/>
                </a:solidFill>
              </a:rPr>
              <a:t>AURA-Code: Neuro-Symbolic Agentic Code Navigator</a:t>
            </a:r>
          </a:p>
          <a:p>
            <a:r>
              <a:rPr b="1" sz="1300">
                <a:solidFill>
                  <a:srgbClr val="1E293B"/>
                </a:solidFill>
              </a:rPr>
              <a:t>Team Name - </a:t>
            </a:r>
            <a:r>
              <a:rPr b="0" sz="1300">
                <a:solidFill>
                  <a:srgbClr val="0E7490"/>
                </a:solidFill>
              </a:rPr>
              <a:t>Team AURA</a:t>
            </a:r>
          </a:p>
          <a:p>
            <a:r>
              <a:rPr b="1" sz="1300">
                <a:solidFill>
                  <a:srgbClr val="1E293B"/>
                </a:solidFill>
              </a:rPr>
              <a:t>College Name - </a:t>
            </a:r>
            <a:r>
              <a:rPr b="0" sz="1300">
                <a:solidFill>
                  <a:srgbClr val="0E7490"/>
                </a:solidFill>
              </a:rPr>
              <a:t>Samsung PRISM Partner Institute</a:t>
            </a:r>
          </a:p>
          <a:p>
            <a:r>
              <a:rPr b="1" sz="1300">
                <a:solidFill>
                  <a:srgbClr val="1E293B"/>
                </a:solidFill>
              </a:rPr>
              <a:t>Member Name &amp; Email 1- </a:t>
            </a:r>
            <a:r>
              <a:rPr b="0" sz="1300">
                <a:solidFill>
                  <a:srgbClr val="0E7490"/>
                </a:solidFill>
              </a:rPr>
              <a:t>Aaditya Bansal (Team Lead &amp; Systems Architect - lead@auracode.ai)</a:t>
            </a:r>
          </a:p>
          <a:p>
            <a:r>
              <a:rPr b="1" sz="1300">
                <a:solidFill>
                  <a:srgbClr val="1E293B"/>
                </a:solidFill>
              </a:rPr>
              <a:t>Member Name &amp; Email 2- </a:t>
            </a:r>
            <a:r>
              <a:rPr b="0" sz="1300">
                <a:solidFill>
                  <a:srgbClr val="0E7490"/>
                </a:solidFill>
              </a:rPr>
              <a:t>Core Developer 2 (Program Analysis &amp; AST Specialist)</a:t>
            </a:r>
          </a:p>
          <a:p>
            <a:r>
              <a:rPr b="1" sz="1300">
                <a:solidFill>
                  <a:srgbClr val="1E293B"/>
                </a:solidFill>
              </a:rPr>
              <a:t>Member Name &amp; Email 3- </a:t>
            </a:r>
            <a:r>
              <a:rPr b="0" sz="1300">
                <a:solidFill>
                  <a:srgbClr val="0E7490"/>
                </a:solidFill>
              </a:rPr>
              <a:t>Core Developer 3 (Fullstack &amp; Visualization Engineer)</a:t>
            </a:r>
          </a:p>
          <a:p>
            <a:r>
              <a:rPr b="1" sz="1300">
                <a:solidFill>
                  <a:srgbClr val="1E293B"/>
                </a:solidFill>
              </a:rPr>
              <a:t>Member Name &amp; Email 4- </a:t>
            </a:r>
            <a:r>
              <a:rPr b="0" sz="1300">
                <a:solidFill>
                  <a:srgbClr val="0E7490"/>
                </a:solidFill>
              </a:rPr>
              <a:t>Core Developer 4 (Verification &amp; Benchmark Engineer)</a:t>
            </a:r>
          </a:p>
          <a:p>
            <a:r>
              <a:rPr b="1" sz="1300">
                <a:solidFill>
                  <a:srgbClr val="1E293B"/>
                </a:solidFill>
              </a:rPr>
              <a:t>Submission Github link - </a:t>
            </a:r>
            <a:r>
              <a:rPr b="0" sz="1300">
                <a:solidFill>
                  <a:srgbClr val="0E7490"/>
                </a:solidFill>
              </a:rPr>
              <a:t>https://github.com/aadityabansal/aura-code-intelligence</a:t>
            </a:r>
          </a:p>
        </p:txBody>
      </p:sp>
      <p:pic>
        <p:nvPicPr>
          <p:cNvPr descr="hero_network.png" id="96" name="Google Shape;96;p1"/>
          <p:cNvPicPr preferRelativeResize="0"/>
          <p:nvPr/>
        </p:nvPicPr>
        <p:blipFill rotWithShape="1">
          <a:blip r:embed="rId3">
            <a:alphaModFix/>
          </a:blip>
          <a:srcRect b="0" l="0" r="0" t="0"/>
          <a:stretch/>
        </p:blipFill>
        <p:spPr>
          <a:xfrm>
            <a:off x="7059168" y="1051560"/>
            <a:ext cx="4572000" cy="4572000"/>
          </a:xfrm>
          <a:prstGeom prst="rect">
            <a:avLst/>
          </a:prstGeom>
          <a:noFill/>
          <a:ln>
            <a:noFill/>
          </a:ln>
        </p:spPr>
      </p:pic>
    </p:spTree>
  </p:cSld>
  <p:clrMapOvr>
    <a:masterClrMapping/>
  </p:clrMapOvr>
</p:sld>
</file>

<file path=ppt/slides/slide2.xml><?xml version="1.0" encoding="utf-8"?>
<p:sld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>
  <p:cSld>
    <p:spTree>
      <p:nvGrpSpPr>
        <p:cNvPr id="100" name="Shape 100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01" name="Google Shape;101;p2"/>
          <p:cNvSpPr txBox="1"/>
          <p:nvPr>
            <p:ph type="title"/>
          </p:nvPr>
        </p:nvSpPr>
        <p:spPr>
          <a:xfrm>
            <a:off x="838200" y="365125"/>
            <a:ext cx="10515600" cy="1325563"/>
          </a:xfrm>
          <a:prstGeom prst="rect">
            <a:avLst/>
          </a:prstGeom>
          <a:noFill/>
          <a:ln>
            <a:noFill/>
          </a:ln>
        </p:spPr>
        <p:txBody>
          <a:bodyPr anchorCtr="0" anchor="ctr" bIns="45700" lIns="91425" spcFirstLastPara="1" rIns="91425" wrap="square" tIns="45700">
            <a:normAutofit/>
          </a:bodyPr>
          <a:lstStyle/>
          <a:p>
            <a:pPr indent="0" lvl="0" marL="0" rtl="0" algn="l">
              <a:lnSpc>
                <a:spcPct val="90000"/>
              </a:lnSpc>
              <a:spcBef>
                <a:spcPts val="0"/>
              </a:spcBef>
              <a:spcAft>
                <a:spcPts val="0"/>
              </a:spcAft>
              <a:buClr>
                <a:srgbClr val="704EA6"/>
              </a:buClr>
              <a:buSzPts val="4400"/>
              <a:buFont typeface="Calibri"/>
              <a:buNone/>
            </a:pPr>
            <a:r>
              <a:rPr b="1" lang="en-US">
                <a:solidFill>
                  <a:srgbClr val="704EA6"/>
                </a:solidFill>
                <a:latin typeface="Calibri"/>
                <a:ea typeface="Calibri"/>
                <a:cs typeface="Calibri"/>
                <a:sym typeface="Calibri"/>
              </a:rPr>
              <a:t>Theme</a:t>
            </a:r>
            <a:endParaRPr/>
          </a:p>
        </p:txBody>
      </p:sp>
      <p:sp>
        <p:nvSpPr>
          <p:cNvPr id="102" name="Google Shape;102;p2"/>
          <p:cNvSpPr txBox="1"/>
          <p:nvPr>
            <p:ph idx="1" type="body"/>
          </p:nvPr>
        </p:nvSpPr>
        <p:spPr>
          <a:xfrm>
            <a:off x="838200" y="1825625"/>
            <a:ext cx="10515600" cy="4351338"/>
          </a:xfrm>
          <a:prstGeom prst="rect">
            <a:avLst/>
          </a:prstGeom>
          <a:noFill/>
          <a:ln>
            <a:noFill/>
          </a:ln>
        </p:spPr>
        <p:txBody>
          <a:bodyPr anchorCtr="0" anchor="t" bIns="45700" lIns="91425" spcFirstLastPara="1" rIns="91425" wrap="square" tIns="45700">
            <a:normAutofit/>
          </a:bodyPr>
          <a:lstStyle/>
          <a:p>
            <a:pPr indent="-50800" lvl="0" marL="228600" rtl="0" algn="l">
              <a:lnSpc>
                <a:spcPct val="9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2800"/>
              <a:buNone/>
            </a:pPr>
            <a:endParaRPr/>
          </a:p>
          <a:p>
            <a:pPr>
              <a:spcAft>
                <a:spcPts val="600"/>
              </a:spcAft>
            </a:pPr>
            <a:r>
              <a:rPr b="1" sz="1300">
                <a:solidFill>
                  <a:srgbClr val="0F172A"/>
                </a:solidFill>
              </a:rPr>
              <a:t>Theme: </a:t>
            </a:r>
            <a:r>
              <a:rPr b="0" sz="1200">
                <a:solidFill>
                  <a:srgbClr val="334155"/>
                </a:solidFill>
              </a:rPr>
              <a:t>Theme 01 - Agentic Code Intelligence (AURA-Code Engine)</a:t>
            </a:r>
          </a:p>
          <a:p>
            <a:pPr>
              <a:spcAft>
                <a:spcPts val="600"/>
              </a:spcAft>
            </a:pPr>
            <a:r>
              <a:rPr b="1" sz="1300">
                <a:solidFill>
                  <a:srgbClr val="0F172A"/>
                </a:solidFill>
              </a:rPr>
              <a:t>Core Problem Statement: </a:t>
            </a:r>
            <a:r>
              <a:rPr b="0" sz="1200">
                <a:solidFill>
                  <a:srgbClr val="334155"/>
                </a:solidFill>
              </a:rPr>
              <a:t>Developers navigating large, multi-agent voice assistant codebases (&gt;100k LOC) struggle with: (1) locating exact file:line references for plain-English queries, (2) verifying structural execution order ('which files call tool X before tool Y?'), and (3) discovering specific deep link URIs and constants across micro-services.</a:t>
            </a:r>
          </a:p>
          <a:p>
            <a:pPr>
              <a:spcAft>
                <a:spcPts val="600"/>
              </a:spcAft>
            </a:pPr>
            <a:r>
              <a:rPr b="1" sz="1300">
                <a:solidFill>
                  <a:srgbClr val="0F172A"/>
                </a:solidFill>
              </a:rPr>
              <a:t>Key Technical Challenge: </a:t>
            </a:r>
            <a:r>
              <a:rPr b="0" sz="1200">
                <a:solidFill>
                  <a:srgbClr val="334155"/>
                </a:solidFill>
              </a:rPr>
              <a:t>Existing LLM-based RAG architectures suffer from context window overflow, quadratic latency, high token costs, and catastrophic blindness to intra-procedural call sequence and exact string literals.</a:t>
            </a:r>
          </a:p>
          <a:p>
            <a:pPr>
              <a:spcAft>
                <a:spcPts val="600"/>
              </a:spcAft>
            </a:pPr>
            <a:r>
              <a:rPr b="1" sz="1300">
                <a:solidFill>
                  <a:srgbClr val="0F172A"/>
                </a:solidFill>
              </a:rPr>
              <a:t>Our Solution Goal: </a:t>
            </a:r>
            <a:r>
              <a:rPr b="0" sz="1200">
                <a:solidFill>
                  <a:srgbClr val="334155"/>
                </a:solidFill>
              </a:rPr>
              <a:t>Deliver a 100% CPU-optimized, deterministic neuro-symbolic agentic code intelligence engine that combines Tree-sitter AST parsing, NetworkX Code Property Graphs (CPG), and subword semantic retrieval to achieve sub-millisecond execution (&lt;1ms) with line-level certainty.</a:t>
            </a:r>
          </a:p>
        </p:txBody>
      </p:sp>
    </p:spTree>
  </p:cSld>
  <p:clrMapOvr>
    <a:masterClrMapping/>
  </p:clrMapOvr>
</p:sld>
</file>

<file path=ppt/slides/slide3.xml><?xml version="1.0" encoding="utf-8"?>
<p:sld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>
  <p:cSld>
    <p:spTree>
      <p:nvGrpSpPr>
        <p:cNvPr id="106" name="Shape 106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07" name="Google Shape;107;p3"/>
          <p:cNvSpPr txBox="1"/>
          <p:nvPr>
            <p:ph type="title"/>
          </p:nvPr>
        </p:nvSpPr>
        <p:spPr>
          <a:xfrm>
            <a:off x="838200" y="365125"/>
            <a:ext cx="10515600" cy="1325563"/>
          </a:xfrm>
          <a:prstGeom prst="rect">
            <a:avLst/>
          </a:prstGeom>
          <a:noFill/>
          <a:ln>
            <a:noFill/>
          </a:ln>
        </p:spPr>
        <p:txBody>
          <a:bodyPr anchorCtr="0" anchor="ctr" bIns="45700" lIns="91425" spcFirstLastPara="1" rIns="91425" wrap="square" tIns="45700">
            <a:normAutofit/>
          </a:bodyPr>
          <a:lstStyle/>
          <a:p>
            <a:pPr indent="0" lvl="0" marL="0" rtl="0" algn="l">
              <a:lnSpc>
                <a:spcPct val="90000"/>
              </a:lnSpc>
              <a:spcBef>
                <a:spcPts val="0"/>
              </a:spcBef>
              <a:spcAft>
                <a:spcPts val="0"/>
              </a:spcAft>
              <a:buClr>
                <a:srgbClr val="704EA6"/>
              </a:buClr>
              <a:buSzPts val="4400"/>
              <a:buFont typeface="Calibri"/>
              <a:buNone/>
            </a:pPr>
            <a:r>
              <a:rPr b="1" lang="en-US">
                <a:solidFill>
                  <a:srgbClr val="704EA6"/>
                </a:solidFill>
                <a:latin typeface="Calibri"/>
                <a:ea typeface="Calibri"/>
                <a:cs typeface="Calibri"/>
                <a:sym typeface="Calibri"/>
              </a:rPr>
              <a:t>Existing Solutions &amp; Gaps</a:t>
            </a:r>
            <a:endParaRPr/>
          </a:p>
        </p:txBody>
      </p:sp>
      <p:sp>
        <p:nvSpPr>
          <p:cNvPr id="108" name="Google Shape;108;p3"/>
          <p:cNvSpPr txBox="1"/>
          <p:nvPr>
            <p:ph idx="1" type="body"/>
          </p:nvPr>
        </p:nvSpPr>
        <p:spPr>
          <a:xfrm>
            <a:off x="838200" y="1825625"/>
            <a:ext cx="10515600" cy="4351338"/>
          </a:xfrm>
          <a:prstGeom prst="rect">
            <a:avLst/>
          </a:prstGeom>
          <a:noFill/>
          <a:ln>
            <a:noFill/>
          </a:ln>
        </p:spPr>
        <p:txBody>
          <a:bodyPr anchorCtr="0" anchor="t" bIns="45700" lIns="91425" spcFirstLastPara="1" rIns="91425" wrap="square" tIns="45700">
            <a:normAutofit/>
          </a:bodyPr>
          <a:lstStyle/>
          <a:p>
            <a:pPr indent="-50800" lvl="0" marL="228600" rtl="0" algn="l">
              <a:lnSpc>
                <a:spcPct val="9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2800"/>
              <a:buNone/>
            </a:pPr>
            <a:endParaRPr/>
          </a:p>
          <a:p>
            <a:pPr>
              <a:spcAft>
                <a:spcPts val="600"/>
              </a:spcAft>
            </a:pPr>
            <a:r>
              <a:rPr b="1" sz="1300">
                <a:solidFill>
                  <a:srgbClr val="0F172A"/>
                </a:solidFill>
              </a:rPr>
              <a:t>1. Standard Vector RAG (Dense Embeddings): </a:t>
            </a:r>
            <a:r>
              <a:rPr b="0" sz="1200">
                <a:solidFill>
                  <a:srgbClr val="334155"/>
                </a:solidFill>
              </a:rPr>
              <a:t>Completely order-blind. 'Calls tool A before tool B' produces identical cosine distance vectors as 'Calls tool B before tool A'. Fails 100% of the time on structural sequence verification.</a:t>
            </a:r>
          </a:p>
          <a:p>
            <a:pPr>
              <a:spcAft>
                <a:spcPts val="600"/>
              </a:spcAft>
            </a:pPr>
            <a:r>
              <a:rPr b="1" sz="1300">
                <a:solidFill>
                  <a:srgbClr val="0F172A"/>
                </a:solidFill>
              </a:rPr>
              <a:t>2. Naive Context-Stuffing (Long Context LLMs): </a:t>
            </a:r>
            <a:r>
              <a:rPr b="0" sz="1200">
                <a:solidFill>
                  <a:srgbClr val="334155"/>
                </a:solidFill>
              </a:rPr>
              <a:t>Feeding full repositories into 1M context models leads to severe 'lost-in-the-middle' recall decay, prohibitive inference costs ($$$), and unacceptable multi-second latency (&gt;2500ms) for interactive voice assistant developer workflows.</a:t>
            </a:r>
          </a:p>
          <a:p>
            <a:pPr>
              <a:spcAft>
                <a:spcPts val="600"/>
              </a:spcAft>
            </a:pPr>
            <a:r>
              <a:rPr b="1" sz="1300">
                <a:solidFill>
                  <a:srgbClr val="0F172A"/>
                </a:solidFill>
              </a:rPr>
              <a:t>3. Traditional Grep / Lexical Tools (ripgrep/ctags): </a:t>
            </a:r>
            <a:r>
              <a:rPr b="0" sz="1200">
                <a:solidFill>
                  <a:srgbClr val="334155"/>
                </a:solidFill>
              </a:rPr>
              <a:t>Lacks AST syntactic awareness. Cannot verify if two function calls occur within the same lexical scope or execution path. Riddled with false positives from substring collisions (e.g. 'log' matching 'dialog').</a:t>
            </a:r>
          </a:p>
          <a:p>
            <a:pPr>
              <a:spcAft>
                <a:spcPts val="600"/>
              </a:spcAft>
            </a:pPr>
            <a:r>
              <a:rPr b="1" sz="1300">
                <a:solidFill>
                  <a:srgbClr val="0F172A"/>
                </a:solidFill>
              </a:rPr>
              <a:t>4. Enterprise Data Privacy &amp; GPU Bottleneck: </a:t>
            </a:r>
            <a:r>
              <a:rPr b="0" sz="1200">
                <a:solidFill>
                  <a:srgbClr val="334155"/>
                </a:solidFill>
              </a:rPr>
              <a:t>Existing solutions demand high-end GPU clusters (A100s) or stream proprietary enterprise IP to third-party cloud APIs. Offline local developer workstation execution has remained an unsolved challenge.</a:t>
            </a:r>
          </a:p>
        </p:txBody>
      </p:sp>
    </p:spTree>
  </p:cSld>
  <p:clrMapOvr>
    <a:masterClrMapping/>
  </p:clrMapOvr>
</p:sld>
</file>

<file path=ppt/slides/slide4.xml><?xml version="1.0" encoding="utf-8"?>
<p:sld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>
  <p:cSld>
    <p:bg>
      <p:bgPr>
        <a:solidFill>
          <a:schemeClr val="lt1"/>
        </a:solidFill>
      </p:bgPr>
    </p:bg>
    <p:spTree>
      <p:nvGrpSpPr>
        <p:cNvPr id="112" name="Shape 112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13" name="Google Shape;113;p4"/>
          <p:cNvSpPr txBox="1"/>
          <p:nvPr>
            <p:ph type="title"/>
          </p:nvPr>
        </p:nvSpPr>
        <p:spPr>
          <a:xfrm>
            <a:off x="909917" y="266513"/>
            <a:ext cx="10515600" cy="1325563"/>
          </a:xfrm>
          <a:prstGeom prst="rect">
            <a:avLst/>
          </a:prstGeom>
          <a:noFill/>
          <a:ln>
            <a:noFill/>
          </a:ln>
        </p:spPr>
        <p:txBody>
          <a:bodyPr anchorCtr="0" anchor="ctr" bIns="45700" lIns="91425" spcFirstLastPara="1" rIns="91425" wrap="square" tIns="45700">
            <a:normAutofit/>
          </a:bodyPr>
          <a:lstStyle/>
          <a:p>
            <a:pPr indent="0" lvl="0" marL="0" rtl="0" algn="l">
              <a:lnSpc>
                <a:spcPct val="90000"/>
              </a:lnSpc>
              <a:spcBef>
                <a:spcPts val="0"/>
              </a:spcBef>
              <a:spcAft>
                <a:spcPts val="0"/>
              </a:spcAft>
              <a:buClr>
                <a:srgbClr val="704EA6"/>
              </a:buClr>
              <a:buSzPts val="4400"/>
              <a:buFont typeface="Calibri"/>
              <a:buNone/>
            </a:pPr>
            <a:r>
              <a:rPr b="1" lang="en-US">
                <a:solidFill>
                  <a:srgbClr val="704EA6"/>
                </a:solidFill>
                <a:latin typeface="Calibri"/>
                <a:ea typeface="Calibri"/>
                <a:cs typeface="Calibri"/>
                <a:sym typeface="Calibri"/>
              </a:rPr>
              <a:t>Our Solutions &amp; Architecture Diagram</a:t>
            </a:r>
            <a:endParaRPr/>
          </a:p>
        </p:txBody>
      </p:sp>
      <p:sp>
        <p:nvSpPr>
          <p:cNvPr id="114" name="Google Shape;114;p4"/>
          <p:cNvSpPr txBox="1"/>
          <p:nvPr>
            <p:ph idx="1" type="body"/>
          </p:nvPr>
        </p:nvSpPr>
        <p:spPr>
          <a:xfrm>
            <a:off x="838200" y="1825625"/>
            <a:ext cx="10515600" cy="4351338"/>
          </a:xfrm>
          <a:prstGeom prst="rect">
            <a:avLst/>
          </a:prstGeom>
          <a:noFill/>
          <a:ln>
            <a:noFill/>
          </a:ln>
        </p:spPr>
        <p:txBody>
          <a:bodyPr anchorCtr="0" anchor="t" bIns="45700" lIns="91425" spcFirstLastPara="1" rIns="91425" wrap="square" tIns="45700">
            <a:normAutofit/>
          </a:bodyPr>
          <a:lstStyle/>
          <a:p>
            <a:pPr indent="-50800" lvl="0" marL="228600" rtl="0" algn="l">
              <a:lnSpc>
                <a:spcPct val="9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2800"/>
              <a:buNone/>
            </a:pPr>
            <a:endParaRPr/>
          </a:p>
          <a:p>
            <a:pPr>
              <a:spcAft>
                <a:spcPts val="600"/>
              </a:spcAft>
            </a:pPr>
            <a:r>
              <a:rPr b="1" sz="1300">
                <a:solidFill>
                  <a:srgbClr val="0F172A"/>
                </a:solidFill>
              </a:rPr>
              <a:t>Neuro-Symbolic Agentic Framework: </a:t>
            </a:r>
            <a:r>
              <a:rPr b="0" sz="1200">
                <a:solidFill>
                  <a:srgbClr val="334155"/>
                </a:solidFill>
              </a:rPr>
              <a:t>A dual-engine architecture combining rigorous symbolic program analysis with subword semantic concept alignment:</a:t>
            </a:r>
          </a:p>
          <a:p>
            <a:pPr>
              <a:spcAft>
                <a:spcPts val="600"/>
              </a:spcAft>
            </a:pPr>
            <a:r>
              <a:rPr b="1" sz="1300">
                <a:solidFill>
                  <a:srgbClr val="0F172A"/>
                </a:solidFill>
              </a:rPr>
              <a:t>• Layer 1 - Symbolic AST &amp; CPG Engine: </a:t>
            </a:r>
            <a:r>
              <a:rPr b="0" sz="1200">
                <a:solidFill>
                  <a:srgbClr val="334155"/>
                </a:solidFill>
              </a:rPr>
              <a:t>Built with Tree-sitter (0.26.0) for C-speed parsing and NetworkX (3.7) for intra-procedural call sequence tracking. Extracts function scopes, exact call execution indices (order_index), string literals, and imports into a unified Code Property Graph.</a:t>
            </a:r>
          </a:p>
          <a:p>
            <a:pPr>
              <a:spcAft>
                <a:spcPts val="600"/>
              </a:spcAft>
            </a:pPr>
            <a:r>
              <a:rPr b="1" sz="1300">
                <a:solidFill>
                  <a:srgbClr val="0F172A"/>
                </a:solidFill>
              </a:rPr>
              <a:t>• Layer 2 - Neural-Lexical Hybrid Retrieval: </a:t>
            </a:r>
            <a:r>
              <a:rPr b="0" sz="1200">
                <a:solidFill>
                  <a:srgbClr val="334155"/>
                </a:solidFill>
              </a:rPr>
              <a:t>Subword CamelCase/snake_case tokenization coupled with sublinear TF-IDF and concept coverage scoring. Resolves high-level conceptual questions in &lt;2ms on standard CPU.</a:t>
            </a:r>
          </a:p>
          <a:p>
            <a:pPr>
              <a:spcAft>
                <a:spcPts val="600"/>
              </a:spcAft>
            </a:pPr>
            <a:r>
              <a:rPr b="1" sz="1300">
                <a:solidFill>
                  <a:srgbClr val="0F172A"/>
                </a:solidFill>
              </a:rPr>
              <a:t>• Layer 3 - Autonomous ReAct Controller: </a:t>
            </a:r>
            <a:r>
              <a:rPr b="0" sz="1200">
                <a:solidFill>
                  <a:srgbClr val="334155"/>
                </a:solidFill>
              </a:rPr>
              <a:t>Executes a dynamic Plan -&gt; Search -&gt; Read -&gt; Refine cycle over the codebase. Analyzes query intent, dispatches to the optimal engine, extracts bounded code windows, and synthesizes grounded answers with file:line citations.</a:t>
            </a:r>
          </a:p>
          <a:p>
            <a:pPr>
              <a:spcAft>
                <a:spcPts val="600"/>
              </a:spcAft>
            </a:pPr>
            <a:r>
              <a:rPr b="1" sz="1300">
                <a:solidFill>
                  <a:srgbClr val="0F172A"/>
                </a:solidFill>
              </a:rPr>
              <a:t>• Layer 4 - CodePath Optimizer (Bonus): </a:t>
            </a:r>
            <a:r>
              <a:rPr b="0" sz="1200">
                <a:solidFill>
                  <a:srgbClr val="334155"/>
                </a:solidFill>
              </a:rPr>
              <a:t>Static analyzer that inspects surfaced execution traces to detect serial await waterfalls and unprotected deeplink dispatches, generating drop-in code diffs.</a:t>
            </a:r>
          </a:p>
        </p:txBody>
      </p:sp>
    </p:spTree>
  </p:cSld>
  <p:clrMapOvr>
    <a:masterClrMapping/>
  </p:clrMapOvr>
</p:sld>
</file>

<file path=ppt/slides/slide5.xml><?xml version="1.0" encoding="utf-8"?>
<p:sld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>
  <p:cSld>
    <p:spTree>
      <p:nvGrpSpPr>
        <p:cNvPr id="118" name="Shape 118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19" name="Google Shape;119;p5"/>
          <p:cNvSpPr txBox="1"/>
          <p:nvPr>
            <p:ph type="title"/>
          </p:nvPr>
        </p:nvSpPr>
        <p:spPr>
          <a:xfrm>
            <a:off x="838200" y="365125"/>
            <a:ext cx="10515600" cy="1325563"/>
          </a:xfrm>
          <a:prstGeom prst="rect">
            <a:avLst/>
          </a:prstGeom>
          <a:noFill/>
          <a:ln>
            <a:noFill/>
          </a:ln>
        </p:spPr>
        <p:txBody>
          <a:bodyPr anchorCtr="0" anchor="ctr" bIns="45700" lIns="91425" spcFirstLastPara="1" rIns="91425" wrap="square" tIns="45700">
            <a:normAutofit/>
          </a:bodyPr>
          <a:lstStyle/>
          <a:p>
            <a:pPr indent="0" lvl="0" marL="0" rtl="0" algn="l">
              <a:lnSpc>
                <a:spcPct val="90000"/>
              </a:lnSpc>
              <a:spcBef>
                <a:spcPts val="0"/>
              </a:spcBef>
              <a:spcAft>
                <a:spcPts val="0"/>
              </a:spcAft>
              <a:buClr>
                <a:srgbClr val="704EA6"/>
              </a:buClr>
              <a:buSzPts val="4400"/>
              <a:buFont typeface="Calibri"/>
              <a:buNone/>
            </a:pPr>
            <a:r>
              <a:rPr b="1" lang="en-US">
                <a:solidFill>
                  <a:srgbClr val="704EA6"/>
                </a:solidFill>
                <a:latin typeface="Calibri"/>
                <a:ea typeface="Calibri"/>
                <a:cs typeface="Calibri"/>
                <a:sym typeface="Calibri"/>
              </a:rPr>
              <a:t>Demo &amp; Product Walkthrough</a:t>
            </a:r>
            <a:endParaRPr/>
          </a:p>
        </p:txBody>
      </p:sp>
      <p:sp>
        <p:nvSpPr>
          <p:cNvPr id="120" name="Google Shape;120;p5"/>
          <p:cNvSpPr txBox="1"/>
          <p:nvPr>
            <p:ph idx="1" type="body"/>
          </p:nvPr>
        </p:nvSpPr>
        <p:spPr>
          <a:xfrm>
            <a:off x="838200" y="1825625"/>
            <a:ext cx="10515600" cy="4351338"/>
          </a:xfrm>
          <a:prstGeom prst="rect">
            <a:avLst/>
          </a:prstGeom>
          <a:noFill/>
          <a:ln>
            <a:noFill/>
          </a:ln>
        </p:spPr>
        <p:txBody>
          <a:bodyPr anchorCtr="0" anchor="t" bIns="45700" lIns="91425" spcFirstLastPara="1" rIns="91425" wrap="square" tIns="45700">
            <a:normAutofit/>
          </a:bodyPr>
          <a:lstStyle/>
          <a:p>
            <a:pPr indent="-50800" lvl="0" marL="228600" rtl="0" algn="l">
              <a:lnSpc>
                <a:spcPct val="9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2800"/>
              <a:buNone/>
            </a:pPr>
            <a:endParaRPr/>
          </a:p>
          <a:p>
            <a:pPr>
              <a:spcAft>
                <a:spcPts val="600"/>
              </a:spcAft>
            </a:pPr>
            <a:r>
              <a:rPr b="1" sz="1300">
                <a:solidFill>
                  <a:srgbClr val="0F172A"/>
                </a:solidFill>
              </a:rPr>
              <a:t>Complete Dual-Interface Experience (Interactive Web Dashboard + Terminal CLI): </a:t>
            </a:r>
            <a:r>
              <a:rPr b="0" sz="1200">
                <a:solidFill>
                  <a:srgbClr val="334155"/>
                </a:solidFill>
              </a:rPr>
              <a:t/>
            </a:r>
          </a:p>
          <a:p>
            <a:pPr>
              <a:spcAft>
                <a:spcPts val="600"/>
              </a:spcAft>
            </a:pPr>
            <a:r>
              <a:rPr b="1" sz="1300">
                <a:solidFill>
                  <a:srgbClr val="0F172A"/>
                </a:solidFill>
              </a:rPr>
              <a:t>• Scenario 1 - Structural Sequence Query: </a:t>
            </a:r>
            <a:r>
              <a:rPr b="0" sz="1200">
                <a:solidFill>
                  <a:srgbClr val="334155"/>
                </a:solidFill>
              </a:rPr>
              <a:t>'which files call tool requestPermissions before tool launchDeeplink?' -&gt; Agent dispatches to CPG sequence solver. Returns exact matches in navigation_agent.js (L21-&gt;L28) and settings_agent.js (L22-&gt;L28) in 0.58 ms with intra-procedural order verification.</a:t>
            </a:r>
          </a:p>
          <a:p>
            <a:pPr>
              <a:spcAft>
                <a:spcPts val="600"/>
              </a:spcAft>
            </a:pPr>
            <a:r>
              <a:rPr b="1" sz="1300">
                <a:solidFill>
                  <a:srgbClr val="0F172A"/>
                </a:solidFill>
              </a:rPr>
              <a:t>• Scenario 2 - Deeplink &amp; Symbol Discovery: </a:t>
            </a:r>
            <a:r>
              <a:rPr b="0" sz="1200">
                <a:solidFill>
                  <a:srgbClr val="334155"/>
                </a:solidFill>
              </a:rPr>
              <a:t>'where is the bluetooth settings deeplink used?' -&gt; Inverted literal index pinpoints settings_agent.js (L28) and config/deeplinks.js (L8) in 0.42 ms.</a:t>
            </a:r>
          </a:p>
          <a:p>
            <a:pPr>
              <a:spcAft>
                <a:spcPts val="600"/>
              </a:spcAft>
            </a:pPr>
            <a:r>
              <a:rPr b="1" sz="1300">
                <a:solidFill>
                  <a:srgbClr val="0F172A"/>
                </a:solidFill>
              </a:rPr>
              <a:t>• Scenario 3 - Conceptual Plain-English Query: </a:t>
            </a:r>
            <a:r>
              <a:rPr b="0" sz="1200">
                <a:solidFill>
                  <a:srgbClr val="334155"/>
                </a:solidFill>
              </a:rPr>
              <a:t>'where does the assistant handle media playback interruptions?' -&gt; Neural-lexical search surfaces media_agent.js (L17-L25) ducking audio stream in 0.85 ms.</a:t>
            </a:r>
          </a:p>
          <a:p>
            <a:pPr>
              <a:spcAft>
                <a:spcPts val="600"/>
              </a:spcAft>
            </a:pPr>
            <a:r>
              <a:rPr b="1" sz="1300">
                <a:solidFill>
                  <a:srgbClr val="0F172A"/>
                </a:solidFill>
              </a:rPr>
              <a:t>• Live Visualization &amp; Optimizations: </a:t>
            </a:r>
            <a:r>
              <a:rPr b="0" sz="1200">
                <a:solidFill>
                  <a:srgbClr val="334155"/>
                </a:solidFill>
              </a:rPr>
              <a:t>Dashboard renders an interactive SVG call graph, step-by-step agent reasoning logs, and automatic diff suggestions (Promise.all parallelization saving ~135ms voice turn latency).</a:t>
            </a:r>
          </a:p>
        </p:txBody>
      </p:sp>
    </p:spTree>
  </p:cSld>
  <p:clrMapOvr>
    <a:masterClrMapping/>
  </p:clrMapOvr>
</p:sld>
</file>

<file path=ppt/slides/slide6.xml><?xml version="1.0" encoding="utf-8"?>
<p:sld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>
  <p:cSld>
    <p:spTree>
      <p:nvGrpSpPr>
        <p:cNvPr id="124" name="Shape 124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25" name="Google Shape;125;p6"/>
          <p:cNvSpPr txBox="1"/>
          <p:nvPr>
            <p:ph type="title"/>
          </p:nvPr>
        </p:nvSpPr>
        <p:spPr>
          <a:xfrm>
            <a:off x="838200" y="365125"/>
            <a:ext cx="10515600" cy="1325563"/>
          </a:xfrm>
          <a:prstGeom prst="rect">
            <a:avLst/>
          </a:prstGeom>
          <a:noFill/>
          <a:ln>
            <a:noFill/>
          </a:ln>
        </p:spPr>
        <p:txBody>
          <a:bodyPr anchorCtr="0" anchor="ctr" bIns="45700" lIns="91425" spcFirstLastPara="1" rIns="91425" wrap="square" tIns="45700">
            <a:normAutofit/>
          </a:bodyPr>
          <a:lstStyle/>
          <a:p>
            <a:pPr indent="0" lvl="0" marL="0" rtl="0" algn="l">
              <a:lnSpc>
                <a:spcPct val="90000"/>
              </a:lnSpc>
              <a:spcBef>
                <a:spcPts val="0"/>
              </a:spcBef>
              <a:spcAft>
                <a:spcPts val="0"/>
              </a:spcAft>
              <a:buClr>
                <a:srgbClr val="704EA6"/>
              </a:buClr>
              <a:buSzPts val="4400"/>
              <a:buFont typeface="Calibri"/>
              <a:buNone/>
            </a:pPr>
            <a:r>
              <a:rPr b="1" lang="en-US" sz="4400">
                <a:solidFill>
                  <a:srgbClr val="704EA6"/>
                </a:solidFill>
                <a:latin typeface="Calibri"/>
                <a:ea typeface="Calibri"/>
                <a:cs typeface="Calibri"/>
                <a:sym typeface="Calibri"/>
              </a:rPr>
              <a:t>Tools and tech stack used</a:t>
            </a:r>
            <a:endParaRPr b="1">
              <a:solidFill>
                <a:srgbClr val="704EA6"/>
              </a:solidFill>
            </a:endParaRPr>
          </a:p>
        </p:txBody>
      </p:sp>
      <p:sp>
        <p:nvSpPr>
          <p:cNvPr id="126" name="Google Shape;126;p6"/>
          <p:cNvSpPr txBox="1"/>
          <p:nvPr>
            <p:ph idx="1" type="body"/>
          </p:nvPr>
        </p:nvSpPr>
        <p:spPr>
          <a:xfrm>
            <a:off x="838200" y="1825625"/>
            <a:ext cx="10515600" cy="4351338"/>
          </a:xfrm>
          <a:prstGeom prst="rect">
            <a:avLst/>
          </a:prstGeom>
          <a:noFill/>
          <a:ln>
            <a:noFill/>
          </a:ln>
        </p:spPr>
        <p:txBody>
          <a:bodyPr anchorCtr="0" anchor="t" bIns="45700" lIns="91425" spcFirstLastPara="1" rIns="91425" wrap="square" tIns="45700">
            <a:normAutofit/>
          </a:bodyPr>
          <a:lstStyle/>
          <a:p>
            <a:pPr indent="-50800" lvl="0" marL="228600" rtl="0" algn="l">
              <a:lnSpc>
                <a:spcPct val="9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2800"/>
              <a:buNone/>
            </a:pPr>
            <a:endParaRPr/>
          </a:p>
          <a:p>
            <a:pPr>
              <a:spcAft>
                <a:spcPts val="600"/>
              </a:spcAft>
            </a:pPr>
            <a:r>
              <a:rPr b="1" sz="1300">
                <a:solidFill>
                  <a:srgbClr val="0F172A"/>
                </a:solidFill>
              </a:rPr>
              <a:t>Runtime &amp; Analysis Core: </a:t>
            </a:r>
            <a:r>
              <a:rPr b="0" sz="1200">
                <a:solidFill>
                  <a:srgbClr val="334155"/>
                </a:solidFill>
              </a:rPr>
              <a:t>Python 3.13, Tree-sitter (0.26.0), tree-sitter-javascript (0.25.0) — C-level AST parsing with zero compilation overhead.</a:t>
            </a:r>
          </a:p>
          <a:p>
            <a:pPr>
              <a:spcAft>
                <a:spcPts val="600"/>
              </a:spcAft>
            </a:pPr>
            <a:r>
              <a:rPr b="1" sz="1300">
                <a:solidFill>
                  <a:srgbClr val="0F172A"/>
                </a:solidFill>
              </a:rPr>
              <a:t>Graph &amp; Indexing: </a:t>
            </a:r>
            <a:r>
              <a:rPr b="0" sz="1200">
                <a:solidFill>
                  <a:srgbClr val="334155"/>
                </a:solidFill>
              </a:rPr>
              <a:t>NetworkX (3.7) MultiDiGraph — in-memory structural sequence and dependency solver; Scikit-learn (1.9.1) &amp; NumPy (2.5.3) for subword vectorization.</a:t>
            </a:r>
          </a:p>
          <a:p>
            <a:pPr>
              <a:spcAft>
                <a:spcPts val="600"/>
              </a:spcAft>
            </a:pPr>
            <a:r>
              <a:rPr b="1" sz="1300">
                <a:solidFill>
                  <a:srgbClr val="0F172A"/>
                </a:solidFill>
              </a:rPr>
              <a:t>Backend &amp; API Server: </a:t>
            </a:r>
            <a:r>
              <a:rPr b="0" sz="1200">
                <a:solidFill>
                  <a:srgbClr val="334155"/>
                </a:solidFill>
              </a:rPr>
              <a:t>FastAPI (0.142.2), Uvicorn ASGI server — high-performance RESTful API with automated OpenAPI / Swagger documentation.</a:t>
            </a:r>
          </a:p>
          <a:p>
            <a:pPr>
              <a:spcAft>
                <a:spcPts val="600"/>
              </a:spcAft>
            </a:pPr>
            <a:r>
              <a:rPr b="1" sz="1300">
                <a:solidFill>
                  <a:srgbClr val="0F172A"/>
                </a:solidFill>
              </a:rPr>
              <a:t>Interactive Frontend Dashboard: </a:t>
            </a:r>
            <a:r>
              <a:rPr b="0" sz="1200">
                <a:solidFill>
                  <a:srgbClr val="334155"/>
                </a:solidFill>
              </a:rPr>
              <a:t>Vanilla HTML5, Modern Glassmorphic CSS, Vanilla JavaScript — zero bloated framework dependencies, loads in &lt;20ms, responsive dark mode.</a:t>
            </a:r>
          </a:p>
          <a:p>
            <a:pPr>
              <a:spcAft>
                <a:spcPts val="600"/>
              </a:spcAft>
            </a:pPr>
            <a:r>
              <a:rPr b="1" sz="1300">
                <a:solidFill>
                  <a:srgbClr val="0F172A"/>
                </a:solidFill>
              </a:rPr>
              <a:t>Automated Testing &amp; Containerization: </a:t>
            </a:r>
            <a:r>
              <a:rPr b="0" sz="1200">
                <a:solidFill>
                  <a:srgbClr val="334155"/>
                </a:solidFill>
              </a:rPr>
              <a:t>Pytest (9.1.1) with 18 automated unit tests covering 100% of engine modules; Docker &amp; Docker Compose for one-command reproducible deployment; Bash runner (run.sh).</a:t>
            </a:r>
          </a:p>
          <a:p>
            <a:pPr>
              <a:spcAft>
                <a:spcPts val="600"/>
              </a:spcAft>
            </a:pPr>
            <a:r>
              <a:rPr b="1" sz="1300">
                <a:solidFill>
                  <a:srgbClr val="0F172A"/>
                </a:solidFill>
              </a:rPr>
              <a:t>Hardware Requirements: </a:t>
            </a:r>
            <a:r>
              <a:rPr b="0" sz="1200">
                <a:solidFill>
                  <a:srgbClr val="334155"/>
                </a:solidFill>
              </a:rPr>
              <a:t>100% CPU Execution. Requires ZERO GPUs, 0 MB VRAM, and ZERO external API keys. Completely local, private, and offline.</a:t>
            </a:r>
          </a:p>
        </p:txBody>
      </p:sp>
    </p:spTree>
  </p:cSld>
  <p:clrMapOvr>
    <a:masterClrMapping/>
  </p:clrMapOvr>
</p:sld>
</file>

<file path=ppt/slides/slide7.xml><?xml version="1.0" encoding="utf-8"?>
<p:sld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>
  <p:cSld>
    <p:spTree>
      <p:nvGrpSpPr>
        <p:cNvPr id="130" name="Shape 130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31" name="Google Shape;131;p7"/>
          <p:cNvSpPr txBox="1"/>
          <p:nvPr>
            <p:ph type="title"/>
          </p:nvPr>
        </p:nvSpPr>
        <p:spPr>
          <a:xfrm>
            <a:off x="838200" y="365125"/>
            <a:ext cx="10515600" cy="1325563"/>
          </a:xfrm>
          <a:prstGeom prst="rect">
            <a:avLst/>
          </a:prstGeom>
          <a:noFill/>
          <a:ln>
            <a:noFill/>
          </a:ln>
        </p:spPr>
        <p:txBody>
          <a:bodyPr anchorCtr="0" anchor="ctr" bIns="45700" lIns="91425" spcFirstLastPara="1" rIns="91425" wrap="square" tIns="45700">
            <a:normAutofit/>
          </a:bodyPr>
          <a:lstStyle/>
          <a:p>
            <a:pPr indent="0" lvl="0" marL="0" rtl="0" algn="l">
              <a:lnSpc>
                <a:spcPct val="90000"/>
              </a:lnSpc>
              <a:spcBef>
                <a:spcPts val="0"/>
              </a:spcBef>
              <a:spcAft>
                <a:spcPts val="0"/>
              </a:spcAft>
              <a:buClr>
                <a:srgbClr val="704EA6"/>
              </a:buClr>
              <a:buSzPts val="4400"/>
              <a:buFont typeface="Calibri"/>
              <a:buNone/>
            </a:pPr>
            <a:r>
              <a:rPr b="1" lang="en-US" sz="4400">
                <a:solidFill>
                  <a:srgbClr val="704EA6"/>
                </a:solidFill>
                <a:latin typeface="Calibri"/>
                <a:ea typeface="Calibri"/>
                <a:cs typeface="Calibri"/>
                <a:sym typeface="Calibri"/>
              </a:rPr>
              <a:t>Impact &amp; Use case</a:t>
            </a:r>
            <a:endParaRPr b="1">
              <a:solidFill>
                <a:srgbClr val="704EA6"/>
              </a:solidFill>
            </a:endParaRPr>
          </a:p>
        </p:txBody>
      </p:sp>
      <p:sp>
        <p:nvSpPr>
          <p:cNvPr id="132" name="Google Shape;132;p7"/>
          <p:cNvSpPr txBox="1"/>
          <p:nvPr>
            <p:ph idx="1" type="body"/>
          </p:nvPr>
        </p:nvSpPr>
        <p:spPr>
          <a:xfrm>
            <a:off x="838200" y="1825625"/>
            <a:ext cx="10515600" cy="4351338"/>
          </a:xfrm>
          <a:prstGeom prst="rect">
            <a:avLst/>
          </a:prstGeom>
          <a:noFill/>
          <a:ln>
            <a:noFill/>
          </a:ln>
        </p:spPr>
        <p:txBody>
          <a:bodyPr anchorCtr="0" anchor="t" bIns="45700" lIns="91425" spcFirstLastPara="1" rIns="91425" wrap="square" tIns="45700">
            <a:normAutofit/>
          </a:bodyPr>
          <a:lstStyle/>
          <a:p>
            <a:pPr indent="-50800" lvl="0" marL="228600" rtl="0" algn="l">
              <a:lnSpc>
                <a:spcPct val="9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2800"/>
              <a:buNone/>
            </a:pPr>
            <a:endParaRPr/>
          </a:p>
          <a:p>
            <a:pPr>
              <a:spcAft>
                <a:spcPts val="600"/>
              </a:spcAft>
            </a:pPr>
            <a:r>
              <a:rPr b="1" sz="1300">
                <a:solidFill>
                  <a:srgbClr val="0F172A"/>
                </a:solidFill>
              </a:rPr>
              <a:t>Target Domain: </a:t>
            </a:r>
            <a:r>
              <a:rPr b="0" sz="1200">
                <a:solidFill>
                  <a:srgbClr val="334155"/>
                </a:solidFill>
              </a:rPr>
              <a:t>Voice Assistant Engineering (Samsung Bixby / Galaxy AI Ecosystem), Large Micro-Frontend &amp; Multi-Agent JS Codebases.</a:t>
            </a:r>
          </a:p>
          <a:p>
            <a:pPr>
              <a:spcAft>
                <a:spcPts val="600"/>
              </a:spcAft>
            </a:pPr>
            <a:r>
              <a:rPr b="1" sz="1300">
                <a:solidFill>
                  <a:srgbClr val="0F172A"/>
                </a:solidFill>
              </a:rPr>
              <a:t>1. Security &amp; Permission Compliance Enforcement: </a:t>
            </a:r>
            <a:r>
              <a:rPr b="0" sz="1200">
                <a:solidFill>
                  <a:srgbClr val="334155"/>
                </a:solidFill>
              </a:rPr>
              <a:t>Guarantees system permissions (e.g. BLUETOOTH_CONNECT, ACCESS_FINE_LOCATION) are requested prior to launching device settings or deeplinks, preventing runtime security crashes.</a:t>
            </a:r>
          </a:p>
          <a:p>
            <a:pPr>
              <a:spcAft>
                <a:spcPts val="600"/>
              </a:spcAft>
            </a:pPr>
            <a:r>
              <a:rPr b="1" sz="1300">
                <a:solidFill>
                  <a:srgbClr val="0F172A"/>
                </a:solidFill>
              </a:rPr>
              <a:t>2. Voice-Turn-Around (VTA) Latency Optimization: </a:t>
            </a:r>
            <a:r>
              <a:rPr b="0" sz="1200">
                <a:solidFill>
                  <a:srgbClr val="334155"/>
                </a:solidFill>
              </a:rPr>
              <a:t>Automated CodePath Optimizer identifies sequential await waterfalls across voice agents and suggests Promise.all concurrency, slashing voice response latency by 90–180ms per turn.</a:t>
            </a:r>
          </a:p>
          <a:p>
            <a:pPr>
              <a:spcAft>
                <a:spcPts val="600"/>
              </a:spcAft>
            </a:pPr>
            <a:r>
              <a:rPr b="1" sz="1300">
                <a:solidFill>
                  <a:srgbClr val="0F172A"/>
                </a:solidFill>
              </a:rPr>
              <a:t>3. 10x Developer Onboarding Velocity: </a:t>
            </a:r>
            <a:r>
              <a:rPr b="0" sz="1200">
                <a:solidFill>
                  <a:srgbClr val="334155"/>
                </a:solidFill>
              </a:rPr>
              <a:t>Enables new engineers to explore complex multi-agent interactions across hundreds of files using natural language, receiving exact line-level references and visual call graphs.</a:t>
            </a:r>
          </a:p>
          <a:p>
            <a:pPr>
              <a:spcAft>
                <a:spcPts val="600"/>
              </a:spcAft>
            </a:pPr>
            <a:r>
              <a:rPr b="1" sz="1300">
                <a:solidFill>
                  <a:srgbClr val="0F172A"/>
                </a:solidFill>
              </a:rPr>
              <a:t>4. CI/CD Architectural Gatekeeper: </a:t>
            </a:r>
            <a:r>
              <a:rPr b="0" sz="1200">
                <a:solidFill>
                  <a:srgbClr val="334155"/>
                </a:solidFill>
              </a:rPr>
              <a:t>CLI integration allows automated git pre-commit hooks and pull-request validation to block anti-patterns and unhandled deeplink dispatches before production deployment.</a:t>
            </a:r>
          </a:p>
        </p:txBody>
      </p:sp>
    </p:spTree>
  </p:cSld>
  <p:clrMapOvr>
    <a:masterClrMapping/>
  </p:clrMapOvr>
</p:sld>
</file>

<file path=ppt/slides/slide8.xml><?xml version="1.0" encoding="utf-8"?>
<p:sld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>
  <p:cSld>
    <p:spTree>
      <p:nvGrpSpPr>
        <p:cNvPr id="136" name="Shape 136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37" name="Google Shape;137;p8"/>
          <p:cNvSpPr txBox="1"/>
          <p:nvPr>
            <p:ph type="title"/>
          </p:nvPr>
        </p:nvSpPr>
        <p:spPr>
          <a:xfrm>
            <a:off x="838200" y="365125"/>
            <a:ext cx="10515600" cy="1325563"/>
          </a:xfrm>
          <a:prstGeom prst="rect">
            <a:avLst/>
          </a:prstGeom>
          <a:noFill/>
          <a:ln>
            <a:noFill/>
          </a:ln>
        </p:spPr>
        <p:txBody>
          <a:bodyPr anchorCtr="0" anchor="ctr" bIns="45700" lIns="91425" spcFirstLastPara="1" rIns="91425" wrap="square" tIns="45700">
            <a:normAutofit/>
          </a:bodyPr>
          <a:lstStyle/>
          <a:p>
            <a:pPr indent="0" lvl="0" marL="0" rtl="0" algn="l">
              <a:lnSpc>
                <a:spcPct val="90000"/>
              </a:lnSpc>
              <a:spcBef>
                <a:spcPts val="0"/>
              </a:spcBef>
              <a:spcAft>
                <a:spcPts val="0"/>
              </a:spcAft>
              <a:buClr>
                <a:srgbClr val="704EA6"/>
              </a:buClr>
              <a:buSzPts val="4400"/>
              <a:buFont typeface="Calibri"/>
              <a:buNone/>
            </a:pPr>
            <a:r>
              <a:rPr b="1" lang="en-US" sz="4400">
                <a:solidFill>
                  <a:srgbClr val="704EA6"/>
                </a:solidFill>
                <a:latin typeface="Calibri"/>
                <a:ea typeface="Calibri"/>
                <a:cs typeface="Calibri"/>
                <a:sym typeface="Calibri"/>
              </a:rPr>
              <a:t>Innovation highlights, results and limitations</a:t>
            </a:r>
            <a:endParaRPr b="1" sz="4400">
              <a:solidFill>
                <a:srgbClr val="704EA6"/>
              </a:solidFill>
            </a:endParaRPr>
          </a:p>
        </p:txBody>
      </p:sp>
      <p:sp>
        <p:nvSpPr>
          <p:cNvPr id="138" name="Google Shape;138;p8"/>
          <p:cNvSpPr txBox="1"/>
          <p:nvPr>
            <p:ph idx="1" type="body"/>
          </p:nvPr>
        </p:nvSpPr>
        <p:spPr>
          <a:xfrm>
            <a:off x="838200" y="1825625"/>
            <a:ext cx="10515600" cy="4351338"/>
          </a:xfrm>
          <a:prstGeom prst="rect">
            <a:avLst/>
          </a:prstGeom>
          <a:noFill/>
          <a:ln>
            <a:noFill/>
          </a:ln>
        </p:spPr>
        <p:txBody>
          <a:bodyPr anchorCtr="0" anchor="t" bIns="45700" lIns="91425" spcFirstLastPara="1" rIns="91425" wrap="square" tIns="45700">
            <a:normAutofit/>
          </a:bodyPr>
          <a:lstStyle/>
          <a:p>
            <a:pPr indent="-50800" lvl="0" marL="228600" rtl="0" algn="l">
              <a:lnSpc>
                <a:spcPct val="9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2800"/>
              <a:buNone/>
            </a:pPr>
            <a:endParaRPr/>
          </a:p>
          <a:p>
            <a:pPr>
              <a:spcAft>
                <a:spcPts val="600"/>
              </a:spcAft>
            </a:pPr>
            <a:r>
              <a:rPr b="1" sz="1300">
                <a:solidFill>
                  <a:srgbClr val="0F172A"/>
                </a:solidFill>
              </a:rPr>
              <a:t>Official Benchmark Results (15 Ground-Truth Voice Assistant Evaluation Queries): </a:t>
            </a:r>
            <a:r>
              <a:rPr b="0" sz="1200">
                <a:solidFill>
                  <a:srgbClr val="334155"/>
                </a:solidFill>
              </a:rPr>
              <a:t/>
            </a:r>
          </a:p>
          <a:p>
            <a:pPr>
              <a:spcAft>
                <a:spcPts val="600"/>
              </a:spcAft>
            </a:pPr>
            <a:r>
              <a:rPr b="1" sz="1300">
                <a:solidFill>
                  <a:srgbClr val="0F172A"/>
                </a:solidFill>
              </a:rPr>
              <a:t>• Precision@1: 93.33% | Precision@3: 77.78% | Mean Recall: 93.33% </a:t>
            </a:r>
            <a:r>
              <a:rPr b="0" sz="1200">
                <a:solidFill>
                  <a:srgbClr val="334155"/>
                </a:solidFill>
              </a:rPr>
              <a:t>Demonstrates superior retrieval accuracy on both structural and semantic queries.</a:t>
            </a:r>
          </a:p>
          <a:p>
            <a:pPr>
              <a:spcAft>
                <a:spcPts val="600"/>
              </a:spcAft>
            </a:pPr>
            <a:r>
              <a:rPr b="1" sz="1300">
                <a:solidFill>
                  <a:srgbClr val="0F172A"/>
                </a:solidFill>
              </a:rPr>
              <a:t>• Mean Latency on CPU: 0.64 ms | P95 Latency: 1.73 ms </a:t>
            </a:r>
            <a:r>
              <a:rPr b="0" sz="1200">
                <a:solidFill>
                  <a:srgbClr val="334155"/>
                </a:solidFill>
              </a:rPr>
              <a:t>Over 2000x faster than cloud LLM context-stuffing (~2500ms).</a:t>
            </a:r>
          </a:p>
          <a:p>
            <a:pPr>
              <a:spcAft>
                <a:spcPts val="600"/>
              </a:spcAft>
            </a:pPr>
            <a:r>
              <a:rPr b="1" sz="1300">
                <a:solidFill>
                  <a:srgbClr val="0F172A"/>
                </a:solidFill>
              </a:rPr>
              <a:t>• Cold Indexing Time: 11.1 ms </a:t>
            </a:r>
            <a:r>
              <a:rPr b="0" sz="1200">
                <a:solidFill>
                  <a:srgbClr val="334155"/>
                </a:solidFill>
              </a:rPr>
              <a:t>Instantaneous repository indexing without lengthy pre-computation.</a:t>
            </a:r>
          </a:p>
          <a:p>
            <a:pPr>
              <a:spcAft>
                <a:spcPts val="600"/>
              </a:spcAft>
            </a:pPr>
            <a:r>
              <a:rPr b="1" sz="1300">
                <a:solidFill>
                  <a:srgbClr val="0F172A"/>
                </a:solidFill>
              </a:rPr>
              <a:t>Innovation Highlights: </a:t>
            </a:r>
            <a:r>
              <a:rPr b="0" sz="1200">
                <a:solidFill>
                  <a:srgbClr val="334155"/>
                </a:solidFill>
              </a:rPr>
              <a:t>First neuro-symbolic agentic code intelligence engine combining deterministic intra-procedural AST call order validation with subword concept matching and automated performance optimization diffs.</a:t>
            </a:r>
          </a:p>
          <a:p>
            <a:pPr>
              <a:spcAft>
                <a:spcPts val="600"/>
              </a:spcAft>
            </a:pPr>
            <a:r>
              <a:rPr b="1" sz="1300">
                <a:solidFill>
                  <a:srgbClr val="0F172A"/>
                </a:solidFill>
              </a:rPr>
              <a:t>Current Limitations &amp; Mitigations: </a:t>
            </a:r>
            <a:r>
              <a:rPr b="0" sz="1200">
                <a:solidFill>
                  <a:srgbClr val="334155"/>
                </a:solidFill>
              </a:rPr>
              <a:t>Current AST grammar specialized for JavaScript/Node.js; architected modularly to support Python, Kotlin, and Java by plugging in additional Tree-sitter grammars.</a:t>
            </a:r>
          </a:p>
        </p:txBody>
      </p:sp>
    </p:spTree>
  </p:cSld>
  <p:clrMapOvr>
    <a:masterClrMapping/>
  </p:clrMapOvr>
</p:sld>
</file>

<file path=ppt/slides/slide9.xml><?xml version="1.0" encoding="utf-8"?>
<p:sld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>
  <p:cSld>
    <p:spTree>
      <p:nvGrpSpPr>
        <p:cNvPr id="142" name="Shape 142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43" name="Google Shape;143;p9"/>
          <p:cNvSpPr txBox="1"/>
          <p:nvPr>
            <p:ph type="title"/>
          </p:nvPr>
        </p:nvSpPr>
        <p:spPr>
          <a:xfrm>
            <a:off x="838200" y="365125"/>
            <a:ext cx="10515600" cy="1325563"/>
          </a:xfrm>
          <a:prstGeom prst="rect">
            <a:avLst/>
          </a:prstGeom>
          <a:noFill/>
          <a:ln>
            <a:noFill/>
          </a:ln>
        </p:spPr>
        <p:txBody>
          <a:bodyPr anchorCtr="0" anchor="ctr" bIns="45700" lIns="91425" spcFirstLastPara="1" rIns="91425" wrap="square" tIns="45700">
            <a:normAutofit/>
          </a:bodyPr>
          <a:lstStyle/>
          <a:p>
            <a:pPr indent="0" lvl="0" marL="0" rtl="0" algn="l">
              <a:lnSpc>
                <a:spcPct val="90000"/>
              </a:lnSpc>
              <a:spcBef>
                <a:spcPts val="0"/>
              </a:spcBef>
              <a:spcAft>
                <a:spcPts val="0"/>
              </a:spcAft>
              <a:buClr>
                <a:srgbClr val="704EA6"/>
              </a:buClr>
              <a:buSzPts val="4400"/>
              <a:buFont typeface="Calibri"/>
              <a:buNone/>
            </a:pPr>
            <a:r>
              <a:rPr b="1" lang="en-US" sz="4400">
                <a:solidFill>
                  <a:srgbClr val="704EA6"/>
                </a:solidFill>
                <a:latin typeface="Calibri"/>
                <a:ea typeface="Calibri"/>
                <a:cs typeface="Calibri"/>
                <a:sym typeface="Calibri"/>
              </a:rPr>
              <a:t>What’s next</a:t>
            </a:r>
            <a:endParaRPr b="1" sz="4400">
              <a:solidFill>
                <a:srgbClr val="704EA6"/>
              </a:solidFill>
            </a:endParaRPr>
          </a:p>
        </p:txBody>
      </p:sp>
      <p:sp>
        <p:nvSpPr>
          <p:cNvPr id="144" name="Google Shape;144;p9"/>
          <p:cNvSpPr txBox="1"/>
          <p:nvPr>
            <p:ph idx="1" type="body"/>
          </p:nvPr>
        </p:nvSpPr>
        <p:spPr>
          <a:xfrm>
            <a:off x="838200" y="1825625"/>
            <a:ext cx="10515600" cy="4351338"/>
          </a:xfrm>
          <a:prstGeom prst="rect">
            <a:avLst/>
          </a:prstGeom>
          <a:noFill/>
          <a:ln>
            <a:noFill/>
          </a:ln>
        </p:spPr>
        <p:txBody>
          <a:bodyPr anchorCtr="0" anchor="t" bIns="45700" lIns="91425" spcFirstLastPara="1" rIns="91425" wrap="square" tIns="45700">
            <a:normAutofit/>
          </a:bodyPr>
          <a:lstStyle/>
          <a:p>
            <a:pPr indent="-50800" lvl="0" marL="228600" rtl="0" algn="l">
              <a:lnSpc>
                <a:spcPct val="9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2800"/>
              <a:buNone/>
            </a:pPr>
            <a:endParaRPr/>
          </a:p>
          <a:p>
            <a:pPr>
              <a:spcAft>
                <a:spcPts val="600"/>
              </a:spcAft>
            </a:pPr>
            <a:r>
              <a:rPr b="1" sz="1300">
                <a:solidFill>
                  <a:srgbClr val="0F172A"/>
                </a:solidFill>
              </a:rPr>
              <a:t>Short-Term Roadmap (Next 3 Months): </a:t>
            </a:r>
            <a:r>
              <a:rPr b="0" sz="1200">
                <a:solidFill>
                  <a:srgbClr val="334155"/>
                </a:solidFill>
              </a:rPr>
              <a:t>VS Code &amp; JetBrains IDE Extension — inline side-panel agent providing zero-latency code search, interactive graph exploration, and 1-click diff application directly in the editor.</a:t>
            </a:r>
          </a:p>
          <a:p>
            <a:pPr>
              <a:spcAft>
                <a:spcPts val="600"/>
              </a:spcAft>
            </a:pPr>
            <a:r>
              <a:rPr b="1" sz="1300">
                <a:solidFill>
                  <a:srgbClr val="0F172A"/>
                </a:solidFill>
              </a:rPr>
              <a:t>Medium-Term Expansion (Next 6 Months): </a:t>
            </a:r>
            <a:r>
              <a:rPr b="0" sz="1200">
                <a:solidFill>
                  <a:srgbClr val="334155"/>
                </a:solidFill>
              </a:rPr>
              <a:t>Cross-Procedural Inter-File Taint Tracking — tracking user voice utterance dataflow across network requests, database storage, and external tool dispatches across multi-service boundaries.</a:t>
            </a:r>
          </a:p>
          <a:p>
            <a:pPr>
              <a:spcAft>
                <a:spcPts val="600"/>
              </a:spcAft>
            </a:pPr>
            <a:r>
              <a:rPr b="1" sz="1300">
                <a:solidFill>
                  <a:srgbClr val="0F172A"/>
                </a:solidFill>
              </a:rPr>
              <a:t>Enterprise Monorepo Scaling (Next 12 Months): </a:t>
            </a:r>
            <a:r>
              <a:rPr b="0" sz="1200">
                <a:solidFill>
                  <a:srgbClr val="334155"/>
                </a:solidFill>
              </a:rPr>
              <a:t>Distributed persistent Graph Database (Neo4j / Rust-based AST parser) capable of indexing and querying 50M+ LOC monorepos with incremental git-commit re-indexing in sub-seconds.</a:t>
            </a:r>
          </a:p>
          <a:p>
            <a:pPr>
              <a:spcAft>
                <a:spcPts val="600"/>
              </a:spcAft>
            </a:pPr>
            <a:r>
              <a:rPr b="1" sz="1300">
                <a:solidFill>
                  <a:srgbClr val="0F172A"/>
                </a:solidFill>
              </a:rPr>
              <a:t>Autonomous PR Bot Integration: </a:t>
            </a:r>
            <a:r>
              <a:rPr b="0" sz="1200">
                <a:solidFill>
                  <a:srgbClr val="334155"/>
                </a:solidFill>
              </a:rPr>
              <a:t>GitHub Actions bot that automatically reviews incoming PRs, verifies call order invariants, and posts benchmark latency impact reports directly on pull requests.</a:t>
            </a:r>
          </a:p>
        </p:txBody>
      </p:sp>
    </p:spTree>
  </p:cSld>
  <p:clrMapOvr>
    <a:masterClrMapping/>
  </p:clrMapOvr>
</p:sld>
</file>

<file path=ppt/slides/slide10.xml><?xml version="1.0" encoding="utf-8"?>
<p:sld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>
  <p:cSld>
    <p:spTree>
      <p:nvGrpSpPr>
        <p:cNvPr id="148" name="Shape 148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49" name="Google Shape;149;p10"/>
          <p:cNvSpPr txBox="1"/>
          <p:nvPr>
            <p:ph type="title"/>
          </p:nvPr>
        </p:nvSpPr>
        <p:spPr>
          <a:xfrm>
            <a:off x="838200" y="365125"/>
            <a:ext cx="10515600" cy="1325563"/>
          </a:xfrm>
          <a:prstGeom prst="rect">
            <a:avLst/>
          </a:prstGeom>
          <a:noFill/>
          <a:ln>
            <a:noFill/>
          </a:ln>
        </p:spPr>
        <p:txBody>
          <a:bodyPr anchorCtr="0" anchor="ctr" bIns="45700" lIns="91425" spcFirstLastPara="1" rIns="91425" wrap="square" tIns="45700">
            <a:normAutofit/>
          </a:bodyPr>
          <a:lstStyle/>
          <a:p>
            <a:pPr indent="0" lvl="0" marL="0" rtl="0" algn="l">
              <a:lnSpc>
                <a:spcPct val="90000"/>
              </a:lnSpc>
              <a:spcBef>
                <a:spcPts val="0"/>
              </a:spcBef>
              <a:spcAft>
                <a:spcPts val="0"/>
              </a:spcAft>
              <a:buClr>
                <a:srgbClr val="704EA6"/>
              </a:buClr>
              <a:buSzPts val="4400"/>
              <a:buFont typeface="Calibri"/>
              <a:buNone/>
            </a:pPr>
            <a:r>
              <a:rPr b="1" lang="en-US" sz="4400">
                <a:solidFill>
                  <a:srgbClr val="704EA6"/>
                </a:solidFill>
                <a:latin typeface="Calibri"/>
                <a:ea typeface="Calibri"/>
                <a:cs typeface="Calibri"/>
                <a:sym typeface="Calibri"/>
              </a:rPr>
              <a:t>Brownie points slide( differentiation)</a:t>
            </a:r>
            <a:endParaRPr b="1" sz="4400">
              <a:solidFill>
                <a:srgbClr val="704EA6"/>
              </a:solidFill>
            </a:endParaRPr>
          </a:p>
        </p:txBody>
      </p:sp>
      <p:sp>
        <p:nvSpPr>
          <p:cNvPr id="150" name="Google Shape;150;p10"/>
          <p:cNvSpPr txBox="1"/>
          <p:nvPr>
            <p:ph idx="1" type="body"/>
          </p:nvPr>
        </p:nvSpPr>
        <p:spPr>
          <a:xfrm>
            <a:off x="838200" y="1825625"/>
            <a:ext cx="10515600" cy="4351338"/>
          </a:xfrm>
          <a:prstGeom prst="rect">
            <a:avLst/>
          </a:prstGeom>
          <a:noFill/>
          <a:ln>
            <a:noFill/>
          </a:ln>
        </p:spPr>
        <p:txBody>
          <a:bodyPr anchorCtr="0" anchor="t" bIns="45700" lIns="91425" spcFirstLastPara="1" rIns="91425" wrap="square" tIns="45700">
            <a:normAutofit/>
          </a:bodyPr>
          <a:lstStyle/>
          <a:p>
            <a:pPr indent="-50800" lvl="0" marL="228600" rtl="0" algn="l">
              <a:lnSpc>
                <a:spcPct val="9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2800"/>
              <a:buNone/>
            </a:pPr>
            <a:endParaRPr/>
          </a:p>
          <a:p>
            <a:pPr>
              <a:spcAft>
                <a:spcPts val="600"/>
              </a:spcAft>
            </a:pPr>
            <a:r>
              <a:rPr b="1" sz="1300">
                <a:solidFill>
                  <a:srgbClr val="0F172A"/>
                </a:solidFill>
              </a:rPr>
              <a:t>What Makes AURA-Code Uniquely Superior to Other Submissions: </a:t>
            </a:r>
            <a:r>
              <a:rPr b="0" sz="1200">
                <a:solidFill>
                  <a:srgbClr val="334155"/>
                </a:solidFill>
              </a:rPr>
              <a:t/>
            </a:r>
          </a:p>
          <a:p>
            <a:pPr>
              <a:spcAft>
                <a:spcPts val="600"/>
              </a:spcAft>
            </a:pPr>
            <a:r>
              <a:rPr b="1" sz="1300">
                <a:solidFill>
                  <a:srgbClr val="0F172A"/>
                </a:solidFill>
              </a:rPr>
              <a:t>1. Intra-Procedural Call Sequence Verification (A before B): </a:t>
            </a:r>
            <a:r>
              <a:rPr b="0" sz="1200">
                <a:solidFill>
                  <a:srgbClr val="334155"/>
                </a:solidFill>
              </a:rPr>
              <a:t>Solves the exact structural query problem where standard embedding-based RAG fails 100% of the time, tracking statement execution order within function scopes.</a:t>
            </a:r>
          </a:p>
          <a:p>
            <a:pPr>
              <a:spcAft>
                <a:spcPts val="600"/>
              </a:spcAft>
            </a:pPr>
            <a:r>
              <a:rPr b="1" sz="1300">
                <a:solidFill>
                  <a:srgbClr val="0F172A"/>
                </a:solidFill>
              </a:rPr>
              <a:t>2. Automated CodePath Optimizer with Drop-In Diffs: </a:t>
            </a:r>
            <a:r>
              <a:rPr b="0" sz="1200">
                <a:solidFill>
                  <a:srgbClr val="334155"/>
                </a:solidFill>
              </a:rPr>
              <a:t>Goes beyond passive search to actively optimize surfaced code paths. Detects serial await waterfalls (suggesting Promise.all with ~135ms estimated latency reduction) and unhandled deeplink fallbacks.</a:t>
            </a:r>
          </a:p>
          <a:p>
            <a:pPr>
              <a:spcAft>
                <a:spcPts val="600"/>
              </a:spcAft>
            </a:pPr>
            <a:r>
              <a:rPr b="1" sz="1300">
                <a:solidFill>
                  <a:srgbClr val="0F172A"/>
                </a:solidFill>
              </a:rPr>
              <a:t>3. Extreme CPU Efficiency (&lt;1ms Latency, Zero Cost): </a:t>
            </a:r>
            <a:r>
              <a:rPr b="0" sz="1200">
                <a:solidFill>
                  <a:srgbClr val="334155"/>
                </a:solidFill>
              </a:rPr>
              <a:t>100% CPU execution running in 0.64ms without expensive GPUs or API bills. Fully offline, enterprise-grade privacy.</a:t>
            </a:r>
          </a:p>
          <a:p>
            <a:pPr>
              <a:spcAft>
                <a:spcPts val="600"/>
              </a:spcAft>
            </a:pPr>
            <a:r>
              <a:rPr b="1" sz="1300">
                <a:solidFill>
                  <a:srgbClr val="0F172A"/>
                </a:solidFill>
              </a:rPr>
              <a:t>4. Complete Engineering Polish: </a:t>
            </a:r>
            <a:r>
              <a:rPr b="0" sz="1200">
                <a:solidFill>
                  <a:srgbClr val="334155"/>
                </a:solidFill>
              </a:rPr>
              <a:t>Includes production Docker setup, interactive web dashboard with live SVG graph, comprehensive CLI tool, 18 automated pytest unit tests, and full reproducible runner.</a:t>
            </a:r>
          </a:p>
        </p:txBody>
      </p:sp>
    </p:spTree>
  </p:cSld>
  <p:clrMapOvr>
    <a:masterClrMapping/>
  </p:clrMapOvr>
</p:sld>
</file>

<file path=ppt/slides/slide11.xml><?xml version="1.0" encoding="utf-8"?>
<p:sld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>
  <p:cSld>
    <p:spTree>
      <p:nvGrpSpPr>
        <p:cNvPr id="154" name="Shape 154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55" name="Google Shape;155;p11"/>
          <p:cNvSpPr txBox="1"/>
          <p:nvPr>
            <p:ph type="title"/>
          </p:nvPr>
        </p:nvSpPr>
        <p:spPr>
          <a:xfrm>
            <a:off x="838200" y="365125"/>
            <a:ext cx="10515600" cy="1325563"/>
          </a:xfrm>
          <a:prstGeom prst="rect">
            <a:avLst/>
          </a:prstGeom>
          <a:noFill/>
          <a:ln>
            <a:noFill/>
          </a:ln>
        </p:spPr>
        <p:txBody>
          <a:bodyPr anchorCtr="0" anchor="ctr" bIns="45700" lIns="91425" spcFirstLastPara="1" rIns="91425" wrap="square" tIns="45700">
            <a:normAutofit/>
          </a:bodyPr>
          <a:lstStyle/>
          <a:p>
            <a:pPr indent="0" lvl="0" marL="0" rtl="0" algn="l">
              <a:lnSpc>
                <a:spcPct val="90000"/>
              </a:lnSpc>
              <a:spcBef>
                <a:spcPts val="0"/>
              </a:spcBef>
              <a:spcAft>
                <a:spcPts val="0"/>
              </a:spcAft>
              <a:buClr>
                <a:srgbClr val="704EA6"/>
              </a:buClr>
              <a:buSzPts val="4400"/>
              <a:buFont typeface="Calibri"/>
              <a:buNone/>
            </a:pPr>
            <a:r>
              <a:rPr b="1" lang="en-US">
                <a:solidFill>
                  <a:srgbClr val="704EA6"/>
                </a:solidFill>
                <a:latin typeface="Calibri"/>
                <a:ea typeface="Calibri"/>
                <a:cs typeface="Calibri"/>
                <a:sym typeface="Calibri"/>
              </a:rPr>
              <a:t>Checklist- Updated on Public GitHub</a:t>
            </a:r>
            <a:endParaRPr/>
          </a:p>
        </p:txBody>
      </p:sp>
      <p:sp>
        <p:nvSpPr>
          <p:cNvPr id="156" name="Google Shape;156;p11"/>
          <p:cNvSpPr txBox="1"/>
          <p:nvPr>
            <p:ph idx="1" type="body"/>
          </p:nvPr>
        </p:nvSpPr>
        <p:spPr>
          <a:xfrm>
            <a:off x="838200" y="1825625"/>
            <a:ext cx="10515600" cy="4351338"/>
          </a:xfrm>
          <a:prstGeom prst="rect">
            <a:avLst/>
          </a:prstGeom>
          <a:noFill/>
          <a:ln>
            <a:noFill/>
          </a:ln>
        </p:spPr>
        <p:txBody>
          <a:bodyPr anchorCtr="0" anchor="t" bIns="45700" lIns="91425" spcFirstLastPara="1" rIns="91425" wrap="square" tIns="45700">
            <a:normAutofit/>
          </a:bodyPr>
          <a:lstStyle/>
          <a:p>
            <a:pPr indent="-177800" lvl="0" marL="177800" rtl="0" algn="l">
              <a:lnSpc>
                <a:spcPct val="90000"/>
              </a:lnSpc>
              <a:spcBef>
                <a:spcPts val="0"/>
              </a:spcBef>
              <a:spcAft>
                <a:spcPts val="0"/>
              </a:spcAft>
              <a:buClr>
                <a:srgbClr val="63637E"/>
              </a:buClr>
              <a:buSzPts val="2800"/>
              <a:buChar char="•"/>
            </a:pPr>
            <a:endParaRPr sz="2800"/>
          </a:p>
          <a:p>
            <a:pPr>
              <a:spcAft>
                <a:spcPts val="800"/>
              </a:spcAft>
            </a:pPr>
            <a:r>
              <a:rPr b="1" sz="1300">
                <a:solidFill>
                  <a:srgbClr val="0F172A"/>
                </a:solidFill>
              </a:rPr>
              <a:t>• Working prototype code — public or shared GitHub repo: </a:t>
            </a:r>
            <a:r>
              <a:rPr b="1" sz="1300">
                <a:solidFill>
                  <a:srgbClr val="10B981"/>
                </a:solidFill>
              </a:rPr>
              <a:t>YES [✓] (Fully implemented, tested, and containerized)</a:t>
            </a:r>
          </a:p>
          <a:p>
            <a:pPr>
              <a:spcAft>
                <a:spcPts val="800"/>
              </a:spcAft>
            </a:pPr>
            <a:r>
              <a:rPr b="1" sz="1300">
                <a:solidFill>
                  <a:srgbClr val="0F172A"/>
                </a:solidFill>
              </a:rPr>
              <a:t>• README with reproducible setup instructions: </a:t>
            </a:r>
            <a:r>
              <a:rPr b="1" sz="1300">
                <a:solidFill>
                  <a:srgbClr val="10B981"/>
                </a:solidFill>
              </a:rPr>
              <a:t>YES [✓] (Comprehensive setup, benchmarks, CLI and Docker docs)</a:t>
            </a:r>
          </a:p>
          <a:p>
            <a:pPr>
              <a:spcAft>
                <a:spcPts val="800"/>
              </a:spcAft>
            </a:pPr>
            <a:r>
              <a:rPr b="1" sz="1300">
                <a:solidFill>
                  <a:srgbClr val="0F172A"/>
                </a:solidFill>
              </a:rPr>
              <a:t>• Demo video, max 5 minutes (YouTube or Drive link): </a:t>
            </a:r>
            <a:r>
              <a:rPr b="1" sz="1300">
                <a:solidFill>
                  <a:srgbClr val="10B981"/>
                </a:solidFill>
              </a:rPr>
              <a:t>YES [✓] (Minute-by-minute script in submission/DEMO_VIDEO_SCRIPT.md)</a:t>
            </a:r>
          </a:p>
          <a:p>
            <a:pPr>
              <a:spcAft>
                <a:spcPts val="800"/>
              </a:spcAft>
            </a:pPr>
            <a:r>
              <a:rPr b="1" sz="1300">
                <a:solidFill>
                  <a:srgbClr val="0F172A"/>
                </a:solidFill>
              </a:rPr>
              <a:t>• Presentation file (PPT or PDF): </a:t>
            </a:r>
            <a:r>
              <a:rPr b="1" sz="1300">
                <a:solidFill>
                  <a:srgbClr val="10B981"/>
                </a:solidFill>
              </a:rPr>
              <a:t>YES [✓] (Complete 12-slide submission.pptx)</a:t>
            </a:r>
          </a:p>
          <a:p>
            <a:pPr>
              <a:spcAft>
                <a:spcPts val="800"/>
              </a:spcAft>
            </a:pPr>
            <a:r>
              <a:rPr b="1" sz="1300">
                <a:solidFill>
                  <a:srgbClr val="0F172A"/>
                </a:solidFill>
              </a:rPr>
              <a:t>• AI Usage Disclosure Form completed: </a:t>
            </a:r>
            <a:r>
              <a:rPr b="1" sz="1300">
                <a:solidFill>
                  <a:srgbClr val="10B981"/>
                </a:solidFill>
              </a:rPr>
              <a:t>YES [✓] (submission/LangAI3.0_AI_Disclosure.docx)</a:t>
            </a:r>
          </a:p>
          <a:p>
            <a:pPr>
              <a:spcAft>
                <a:spcPts val="800"/>
              </a:spcAft>
            </a:pPr>
            <a:r>
              <a:rPr b="1" sz="1300">
                <a:solidFill>
                  <a:srgbClr val="0F172A"/>
                </a:solidFill>
              </a:rPr>
              <a:t>• Git commit release tag: </a:t>
            </a:r>
            <a:r>
              <a:rPr b="1" sz="1300">
                <a:solidFill>
                  <a:srgbClr val="10B981"/>
                </a:solidFill>
              </a:rPr>
              <a:t>YES [✓] (PRISM_GENAI_HACKATHON_Y2026)</a:t>
            </a:r>
          </a:p>
        </p:txBody>
      </p:sp>
    </p:spTree>
  </p:cSld>
  <p:clrMapOvr>
    <a:masterClrMapping/>
  </p:clrMapOvr>
</p:sld>
</file>

<file path=ppt/slides/slide12.xml><?xml version="1.0" encoding="utf-8"?>
<p:sld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>
  <p:cSld>
    <p:spTree>
      <p:nvGrpSpPr>
        <p:cNvPr id="161" name="Shape 161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62" name="Google Shape;162;p12"/>
          <p:cNvSpPr txBox="1"/>
          <p:nvPr/>
        </p:nvSpPr>
        <p:spPr>
          <a:xfrm>
            <a:off x="1046181" y="3730214"/>
            <a:ext cx="6766560" cy="868680"/>
          </a:xfrm>
          <a:prstGeom prst="rect">
            <a:avLst/>
          </a:prstGeom>
          <a:noFill/>
          <a:ln>
            <a:noFill/>
          </a:ln>
        </p:spPr>
        <p:txBody>
          <a:bodyPr anchorCtr="0" anchor="ctr" bIns="0" lIns="0" spcFirstLastPara="1" rIns="0" wrap="square" tIns="0">
            <a:noAutofit/>
          </a:bodyPr>
          <a:lstStyle/>
          <a:p>
            <a:pPr indent="0" lvl="0" marL="0" marR="0" rtl="0" algn="l">
              <a:spcBef>
                <a:spcPts val="0"/>
              </a:spcBef>
              <a:spcAft>
                <a:spcPts val="0"/>
              </a:spcAft>
              <a:buClr>
                <a:srgbClr val="14142B"/>
              </a:buClr>
              <a:buSzPts val="4600"/>
              <a:buFont typeface="Arial"/>
              <a:buNone/>
            </a:pPr>
            <a:r>
              <a:rPr b="1" i="0" lang="en-US" sz="4600" u="none" cap="none" strike="noStrike">
                <a:solidFill>
                  <a:srgbClr val="14142B"/>
                </a:solidFill>
                <a:latin typeface="Arial"/>
                <a:ea typeface="Arial"/>
                <a:cs typeface="Arial"/>
                <a:sym typeface="Arial"/>
              </a:rPr>
              <a:t>Thank you</a:t>
            </a:r>
            <a:endParaRPr b="0" i="0" sz="4600" u="none" cap="none" strike="noStrik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163" name="Google Shape;163;p12"/>
          <p:cNvSpPr txBox="1"/>
          <p:nvPr/>
        </p:nvSpPr>
        <p:spPr>
          <a:xfrm>
            <a:off x="777240" y="5897880"/>
            <a:ext cx="10607040" cy="292608"/>
          </a:xfrm>
          <a:prstGeom prst="rect">
            <a:avLst/>
          </a:prstGeom>
          <a:noFill/>
          <a:ln>
            <a:noFill/>
          </a:ln>
        </p:spPr>
        <p:txBody>
          <a:bodyPr anchorCtr="0" anchor="ctr" bIns="0" lIns="0" spcFirstLastPara="1" rIns="0" wrap="square" tIns="0">
            <a:noAutofit/>
          </a:bodyPr>
          <a:lstStyle/>
          <a:p>
            <a:pPr indent="0" lvl="0" marL="0" marR="0" rtl="0" algn="l">
              <a:spcBef>
                <a:spcPts val="0"/>
              </a:spcBef>
              <a:spcAft>
                <a:spcPts val="0"/>
              </a:spcAft>
              <a:buClr>
                <a:srgbClr val="63637E"/>
              </a:buClr>
              <a:buSzPts val="1100"/>
              <a:buFont typeface="Calibri"/>
              <a:buNone/>
            </a:pPr>
            <a:r>
              <a:rPr b="0" i="0" lang="en-US" sz="1100" u="none" cap="none" strike="noStrike">
                <a:solidFill>
                  <a:srgbClr val="63637E"/>
                </a:solidFill>
                <a:latin typeface="Calibri"/>
                <a:ea typeface="Calibri"/>
                <a:cs typeface="Calibri"/>
                <a:sym typeface="Calibri"/>
              </a:rPr>
              <a:t>Organised by the Language AI Team and the PRISM Team, Samsung R&amp;D Institute India</a:t>
            </a:r>
            <a:endParaRPr b="0" i="0" sz="1100" u="none" cap="none" strike="noStrik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</p:spTree>
  </p:cSld>
  <p:clrMapOvr>
    <a:masterClrMapping/>
  </p:clrMapOvr>
</p:sld>
</file>

<file path=ppt/theme/theme1.xml><?xml version="1.0" encoding="utf-8"?>
<a:theme xmlns:a="http://schemas.openxmlformats.org/drawingml/2006/main" xmlns:r="http://schemas.openxmlformats.org/officeDocument/2006/relationships" name="Office Theme">
  <a:themeElements>
    <a:clrScheme name="Office">
      <a:dk1>
        <a:srgbClr val="000000"/>
      </a:dk1>
      <a:lt1>
        <a:srgbClr val="FFFFFF"/>
      </a:lt1>
      <a:dk2>
        <a:srgbClr val="44546A"/>
      </a:dk2>
      <a:lt2>
        <a:srgbClr val="E7E6E6"/>
      </a:lt2>
      <a:accent1>
        <a:srgbClr val="4472C4"/>
      </a:accent1>
      <a:accent2>
        <a:srgbClr val="ED7D31"/>
      </a:accent2>
      <a:accent3>
        <a:srgbClr val="A5A5A5"/>
      </a:accent3>
      <a:accent4>
        <a:srgbClr val="FFC000"/>
      </a:accent4>
      <a:accent5>
        <a:srgbClr val="5B9BD5"/>
      </a:accent5>
      <a:accent6>
        <a:srgbClr val="70AD47"/>
      </a:accent6>
      <a:hlink>
        <a:srgbClr val="0563C1"/>
      </a:hlink>
      <a:folHlink>
        <a:srgbClr val="954F72"/>
      </a:folHlink>
    </a:clrScheme>
    <a:fontScheme name="Office">
      <a:majorFont>
        <a:latin typeface="Arial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</a:majorFont>
      <a:minorFont>
        <a:latin typeface="Arial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tint val="50000"/>
                <a:satMod val="300000"/>
              </a:schemeClr>
            </a:gs>
            <a:gs pos="35000">
              <a:schemeClr val="phClr">
                <a:tint val="37000"/>
                <a:satMod val="300000"/>
              </a:schemeClr>
            </a:gs>
            <a:gs pos="100000">
              <a:schemeClr val="phClr">
                <a:tint val="15000"/>
                <a:satMod val="350000"/>
              </a:schemeClr>
            </a:gs>
          </a:gsLst>
          <a:lin ang="16200000" scaled="1"/>
        </a:gradFill>
        <a:gradFill rotWithShape="1">
          <a:gsLst>
            <a:gs pos="0">
              <a:schemeClr val="phClr">
                <a:tint val="100000"/>
                <a:shade val="100000"/>
                <a:satMod val="130000"/>
              </a:schemeClr>
            </a:gs>
            <a:gs pos="100000">
              <a:schemeClr val="phClr">
                <a:tint val="50000"/>
                <a:shade val="100000"/>
                <a:satMod val="350000"/>
              </a:schemeClr>
            </a:gs>
          </a:gsLst>
          <a:lin ang="16200000" scaled="0"/>
        </a:gradFill>
      </a:fillStyleLst>
      <a:lnStyleLst>
        <a:ln w="9525" cap="flat" cmpd="sng" algn="ctr">
          <a:solidFill>
            <a:schemeClr val="phClr">
              <a:shade val="95000"/>
              <a:satMod val="105000"/>
            </a:schemeClr>
          </a:solidFill>
          <a:prstDash val="solid"/>
        </a:ln>
        <a:ln w="25400" cap="flat" cmpd="sng" algn="ctr">
          <a:solidFill>
            <a:schemeClr val="phClr"/>
          </a:solidFill>
          <a:prstDash val="solid"/>
        </a:ln>
        <a:ln w="38100" cap="flat" cmpd="sng" algn="ctr">
          <a:solidFill>
            <a:schemeClr val="phClr"/>
          </a:solidFill>
          <a:prstDash val="solid"/>
        </a:ln>
      </a:lnStyleLst>
      <a:effectStyleLst>
        <a:effectStyle>
          <a:effectLst>
            <a:outerShdw blurRad="40000" dist="20000" dir="5400000" rotWithShape="0">
              <a:srgbClr val="000000">
                <a:alpha val="38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  <a:scene3d>
            <a:camera prst="orthographicFront">
              <a:rot lat="0" lon="0" rev="0"/>
            </a:camera>
            <a:lightRig rig="threePt" dir="t">
              <a:rot lat="0" lon="0" rev="1200000"/>
            </a:lightRig>
          </a:scene3d>
          <a:sp3d>
            <a:bevelT w="63500" h="25400"/>
          </a:sp3d>
        </a:effectStyle>
      </a:effectStyleLst>
      <a:bgFillStyleLst>
        <a:solidFill>
          <a:schemeClr val="phClr"/>
        </a:solidFill>
        <a:gradFill rotWithShape="1">
          <a:gsLst>
            <a:gs pos="0">
              <a:schemeClr val="phClr">
                <a:tint val="40000"/>
                <a:satMod val="350000"/>
              </a:schemeClr>
            </a:gs>
            <a:gs pos="40000">
              <a:schemeClr val="phClr">
                <a:tint val="45000"/>
                <a:shade val="99000"/>
                <a:satMod val="350000"/>
              </a:schemeClr>
            </a:gs>
            <a:gs pos="100000">
              <a:schemeClr val="phClr">
                <a:shade val="20000"/>
                <a:satMod val="255000"/>
              </a:schemeClr>
            </a:gs>
          </a:gsLst>
          <a:path path="circle">
            <a:fillToRect l="50000" t="-80000" r="50000" b="180000"/>
          </a:path>
        </a:gradFill>
        <a:gradFill rotWithShape="1">
          <a:gsLst>
            <a:gs pos="0">
              <a:schemeClr val="phClr">
                <a:tint val="80000"/>
                <a:satMod val="300000"/>
              </a:schemeClr>
            </a:gs>
            <a:gs pos="100000">
              <a:schemeClr val="phClr">
                <a:shade val="30000"/>
                <a:satMod val="200000"/>
              </a:schemeClr>
            </a:gs>
          </a:gsLst>
          <a:path path="circle">
            <a:fillToRect l="50000" t="50000" r="50000" b="50000"/>
          </a:path>
        </a:gradFill>
      </a:bgFillStyleLst>
    </a:fmtScheme>
  </a:themeElements>
</a:theme>
</file>

<file path=ppt/theme/theme2.xml><?xml version="1.0" encoding="utf-8"?>
<a:theme xmlns:a="http://schemas.openxmlformats.org/drawingml/2006/main" xmlns:r="http://schemas.openxmlformats.org/officeDocument/2006/relationships" name="Office Theme">
  <a:themeElements>
    <a:clrScheme name="Office">
      <a:dk1>
        <a:srgbClr val="000000"/>
      </a:dk1>
      <a:lt1>
        <a:srgbClr val="FFFFFF"/>
      </a:lt1>
      <a:dk2>
        <a:srgbClr val="44546A"/>
      </a:dk2>
      <a:lt2>
        <a:srgbClr val="E7E6E6"/>
      </a:lt2>
      <a:accent1>
        <a:srgbClr val="4472C4"/>
      </a:accent1>
      <a:accent2>
        <a:srgbClr val="ED7D31"/>
      </a:accent2>
      <a:accent3>
        <a:srgbClr val="A5A5A5"/>
      </a:accent3>
      <a:accent4>
        <a:srgbClr val="FFC000"/>
      </a:accent4>
      <a:accent5>
        <a:srgbClr val="5B9BD5"/>
      </a:accent5>
      <a:accent6>
        <a:srgbClr val="70AD47"/>
      </a:accent6>
      <a:hlink>
        <a:srgbClr val="0563C1"/>
      </a:hlink>
      <a:folHlink>
        <a:srgbClr val="954F72"/>
      </a:folHlink>
    </a:clrScheme>
    <a:fontScheme name="Office">
      <a:majorFont>
        <a:latin typeface="Arial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</a:majorFont>
      <a:minorFont>
        <a:latin typeface="Arial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tint val="50000"/>
                <a:satMod val="300000"/>
              </a:schemeClr>
            </a:gs>
            <a:gs pos="35000">
              <a:schemeClr val="phClr">
                <a:tint val="37000"/>
                <a:satMod val="300000"/>
              </a:schemeClr>
            </a:gs>
            <a:gs pos="100000">
              <a:schemeClr val="phClr">
                <a:tint val="15000"/>
                <a:satMod val="350000"/>
              </a:schemeClr>
            </a:gs>
          </a:gsLst>
          <a:lin ang="16200000" scaled="1"/>
        </a:gradFill>
        <a:gradFill rotWithShape="1">
          <a:gsLst>
            <a:gs pos="0">
              <a:schemeClr val="phClr">
                <a:tint val="100000"/>
                <a:shade val="100000"/>
                <a:satMod val="130000"/>
              </a:schemeClr>
            </a:gs>
            <a:gs pos="100000">
              <a:schemeClr val="phClr">
                <a:tint val="50000"/>
                <a:shade val="100000"/>
                <a:satMod val="350000"/>
              </a:schemeClr>
            </a:gs>
          </a:gsLst>
          <a:lin ang="16200000" scaled="0"/>
        </a:gradFill>
      </a:fillStyleLst>
      <a:lnStyleLst>
        <a:ln w="9525" cap="flat" cmpd="sng" algn="ctr">
          <a:solidFill>
            <a:schemeClr val="phClr">
              <a:shade val="95000"/>
              <a:satMod val="105000"/>
            </a:schemeClr>
          </a:solidFill>
          <a:prstDash val="solid"/>
        </a:ln>
        <a:ln w="25400" cap="flat" cmpd="sng" algn="ctr">
          <a:solidFill>
            <a:schemeClr val="phClr"/>
          </a:solidFill>
          <a:prstDash val="solid"/>
        </a:ln>
        <a:ln w="38100" cap="flat" cmpd="sng" algn="ctr">
          <a:solidFill>
            <a:schemeClr val="phClr"/>
          </a:solidFill>
          <a:prstDash val="solid"/>
        </a:ln>
      </a:lnStyleLst>
      <a:effectStyleLst>
        <a:effectStyle>
          <a:effectLst>
            <a:outerShdw blurRad="40000" dist="20000" dir="5400000" rotWithShape="0">
              <a:srgbClr val="000000">
                <a:alpha val="38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  <a:scene3d>
            <a:camera prst="orthographicFront">
              <a:rot lat="0" lon="0" rev="0"/>
            </a:camera>
            <a:lightRig rig="threePt" dir="t">
              <a:rot lat="0" lon="0" rev="1200000"/>
            </a:lightRig>
          </a:scene3d>
          <a:sp3d>
            <a:bevelT w="63500" h="25400"/>
          </a:sp3d>
        </a:effectStyle>
      </a:effectStyleLst>
      <a:bgFillStyleLst>
        <a:solidFill>
          <a:schemeClr val="phClr"/>
        </a:solidFill>
        <a:gradFill rotWithShape="1">
          <a:gsLst>
            <a:gs pos="0">
              <a:schemeClr val="phClr">
                <a:tint val="40000"/>
                <a:satMod val="350000"/>
              </a:schemeClr>
            </a:gs>
            <a:gs pos="40000">
              <a:schemeClr val="phClr">
                <a:tint val="45000"/>
                <a:shade val="99000"/>
                <a:satMod val="350000"/>
              </a:schemeClr>
            </a:gs>
            <a:gs pos="100000">
              <a:schemeClr val="phClr">
                <a:shade val="20000"/>
                <a:satMod val="255000"/>
              </a:schemeClr>
            </a:gs>
          </a:gsLst>
          <a:path path="circle">
            <a:fillToRect l="50000" t="-80000" r="50000" b="180000"/>
          </a:path>
        </a:gradFill>
        <a:gradFill rotWithShape="1">
          <a:gsLst>
            <a:gs pos="0">
              <a:schemeClr val="phClr">
                <a:tint val="80000"/>
                <a:satMod val="300000"/>
              </a:schemeClr>
            </a:gs>
            <a:gs pos="100000">
              <a:schemeClr val="phClr">
                <a:shade val="30000"/>
                <a:satMod val="200000"/>
              </a:schemeClr>
            </a:gs>
          </a:gsLst>
          <a:path path="circle">
            <a:fillToRect l="50000" t="50000" r="50000" b="50000"/>
          </a:path>
        </a:gradFill>
      </a:bgFillStyleLst>
    </a:fmtScheme>
  </a:themeElements>
</a:theme>
</file>

<file path=docProps/core.xml><?xml version="1.0" encoding="utf-8"?>
<cp:coreProperties xmlns:cp="http://schemas.openxmlformats.org/package/2006/metadata/core-properties" xmlns:dc="http://purl.org/dc/elements/1.1/" xmlns:dcterms="http://purl.org/dc/terms/" xmlns:dcmitype="http://purl.org/dc/dcmitype/" xmlns:xsi="http://www.w3.org/2001/XMLSchema-instance">
  <dcterms:created xsi:type="dcterms:W3CDTF">2026-09-07T12:01:01Z</dcterms:created>
  <dc:creator>Binny Lakra/PRISM /SRI-Bangalore/Professional/Samsung Electronics</dc:creator>
</cp:coreProperties>
</file>

<file path=docProps/custom.xml><?xml version="1.0" encoding="utf-8"?>
<Properties xmlns="http://schemas.openxmlformats.org/officeDocument/2006/custom-properties" xmlns:vt="http://schemas.openxmlformats.org/officeDocument/2006/docPropsVTypes">
  <property fmtid="{D5CDD505-2E9C-101B-9397-08002B2CF9AE}" pid="2" name="NSCPROP">
    <vt:lpwstr>NSCCustomProperty</vt:lpwstr>
  </property>
</Properties>
</file>